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9" r:id="rId5"/>
  </p:sldIdLst>
  <p:sldSz cx="30275213" cy="42803763"/>
  <p:notesSz cx="32918400" cy="51206400"/>
  <p:defaultTextStyle>
    <a:defPPr>
      <a:defRPr lang="en-US"/>
    </a:defPPr>
    <a:lvl1pPr algn="l" rtl="0" eaLnBrk="0" fontAlgn="base" hangingPunct="0">
      <a:spcBef>
        <a:spcPct val="0"/>
      </a:spcBef>
      <a:spcAft>
        <a:spcPct val="0"/>
      </a:spcAft>
      <a:defRPr sz="3104" kern="1200">
        <a:solidFill>
          <a:schemeClr val="tx1"/>
        </a:solidFill>
        <a:latin typeface="Helvetica" panose="020B0604020202020204" pitchFamily="34" charset="0"/>
        <a:ea typeface="+mn-ea"/>
        <a:cs typeface="+mn-cs"/>
      </a:defRPr>
    </a:lvl1pPr>
    <a:lvl2pPr marL="456788" indent="89084" algn="l" rtl="0" eaLnBrk="0" fontAlgn="base" hangingPunct="0">
      <a:spcBef>
        <a:spcPct val="0"/>
      </a:spcBef>
      <a:spcAft>
        <a:spcPct val="0"/>
      </a:spcAft>
      <a:defRPr sz="3104" kern="1200">
        <a:solidFill>
          <a:schemeClr val="tx1"/>
        </a:solidFill>
        <a:latin typeface="Helvetica" panose="020B0604020202020204" pitchFamily="34" charset="0"/>
        <a:ea typeface="+mn-ea"/>
        <a:cs typeface="+mn-cs"/>
      </a:defRPr>
    </a:lvl2pPr>
    <a:lvl3pPr marL="913575" indent="178166" algn="l" rtl="0" eaLnBrk="0" fontAlgn="base" hangingPunct="0">
      <a:spcBef>
        <a:spcPct val="0"/>
      </a:spcBef>
      <a:spcAft>
        <a:spcPct val="0"/>
      </a:spcAft>
      <a:defRPr sz="3104" kern="1200">
        <a:solidFill>
          <a:schemeClr val="tx1"/>
        </a:solidFill>
        <a:latin typeface="Helvetica" panose="020B0604020202020204" pitchFamily="34" charset="0"/>
        <a:ea typeface="+mn-ea"/>
        <a:cs typeface="+mn-cs"/>
      </a:defRPr>
    </a:lvl3pPr>
    <a:lvl4pPr marL="1370361" indent="267249" algn="l" rtl="0" eaLnBrk="0" fontAlgn="base" hangingPunct="0">
      <a:spcBef>
        <a:spcPct val="0"/>
      </a:spcBef>
      <a:spcAft>
        <a:spcPct val="0"/>
      </a:spcAft>
      <a:defRPr sz="3104" kern="1200">
        <a:solidFill>
          <a:schemeClr val="tx1"/>
        </a:solidFill>
        <a:latin typeface="Helvetica" panose="020B0604020202020204" pitchFamily="34" charset="0"/>
        <a:ea typeface="+mn-ea"/>
        <a:cs typeface="+mn-cs"/>
      </a:defRPr>
    </a:lvl4pPr>
    <a:lvl5pPr marL="1827148" indent="356331" algn="l" rtl="0" eaLnBrk="0" fontAlgn="base" hangingPunct="0">
      <a:spcBef>
        <a:spcPct val="0"/>
      </a:spcBef>
      <a:spcAft>
        <a:spcPct val="0"/>
      </a:spcAft>
      <a:defRPr sz="3104" kern="1200">
        <a:solidFill>
          <a:schemeClr val="tx1"/>
        </a:solidFill>
        <a:latin typeface="Helvetica" panose="020B0604020202020204" pitchFamily="34" charset="0"/>
        <a:ea typeface="+mn-ea"/>
        <a:cs typeface="+mn-cs"/>
      </a:defRPr>
    </a:lvl5pPr>
    <a:lvl6pPr marL="2729351" algn="l" defTabSz="1091740" rtl="0" eaLnBrk="1" latinLnBrk="0" hangingPunct="1">
      <a:defRPr sz="3104" kern="1200">
        <a:solidFill>
          <a:schemeClr val="tx1"/>
        </a:solidFill>
        <a:latin typeface="Helvetica" panose="020B0604020202020204" pitchFamily="34" charset="0"/>
        <a:ea typeface="+mn-ea"/>
        <a:cs typeface="+mn-cs"/>
      </a:defRPr>
    </a:lvl6pPr>
    <a:lvl7pPr marL="3275221" algn="l" defTabSz="1091740" rtl="0" eaLnBrk="1" latinLnBrk="0" hangingPunct="1">
      <a:defRPr sz="3104" kern="1200">
        <a:solidFill>
          <a:schemeClr val="tx1"/>
        </a:solidFill>
        <a:latin typeface="Helvetica" panose="020B0604020202020204" pitchFamily="34" charset="0"/>
        <a:ea typeface="+mn-ea"/>
        <a:cs typeface="+mn-cs"/>
      </a:defRPr>
    </a:lvl7pPr>
    <a:lvl8pPr marL="3821090" algn="l" defTabSz="1091740" rtl="0" eaLnBrk="1" latinLnBrk="0" hangingPunct="1">
      <a:defRPr sz="3104" kern="1200">
        <a:solidFill>
          <a:schemeClr val="tx1"/>
        </a:solidFill>
        <a:latin typeface="Helvetica" panose="020B0604020202020204" pitchFamily="34" charset="0"/>
        <a:ea typeface="+mn-ea"/>
        <a:cs typeface="+mn-cs"/>
      </a:defRPr>
    </a:lvl8pPr>
    <a:lvl9pPr marL="4366960" algn="l" defTabSz="1091740" rtl="0" eaLnBrk="1" latinLnBrk="0" hangingPunct="1">
      <a:defRPr sz="3104"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933" userDrawn="1">
          <p15:clr>
            <a:srgbClr val="A4A3A4"/>
          </p15:clr>
        </p15:guide>
        <p15:guide id="2" orient="horz" pos="25526" userDrawn="1">
          <p15:clr>
            <a:srgbClr val="A4A3A4"/>
          </p15:clr>
        </p15:guide>
        <p15:guide id="3" orient="horz" pos="4849" userDrawn="1">
          <p15:clr>
            <a:srgbClr val="A4A3A4"/>
          </p15:clr>
        </p15:guide>
        <p15:guide id="4" orient="horz" pos="2769" userDrawn="1">
          <p15:clr>
            <a:srgbClr val="A4A3A4"/>
          </p15:clr>
        </p15:guide>
        <p15:guide id="5" pos="4399" userDrawn="1">
          <p15:clr>
            <a:srgbClr val="A4A3A4"/>
          </p15:clr>
        </p15:guide>
        <p15:guide id="6" pos="4974" userDrawn="1">
          <p15:clr>
            <a:srgbClr val="A4A3A4"/>
          </p15:clr>
        </p15:guide>
        <p15:guide id="7" pos="9052" userDrawn="1">
          <p15:clr>
            <a:srgbClr val="A4A3A4"/>
          </p15:clr>
        </p15:guide>
        <p15:guide id="8" pos="14506" userDrawn="1">
          <p15:clr>
            <a:srgbClr val="A4A3A4"/>
          </p15:clr>
        </p15:guide>
        <p15:guide id="9" pos="680" userDrawn="1">
          <p15:clr>
            <a:srgbClr val="A4A3A4"/>
          </p15:clr>
        </p15:guide>
        <p15:guide id="10" pos="9655" userDrawn="1">
          <p15:clr>
            <a:srgbClr val="A4A3A4"/>
          </p15:clr>
        </p15:guide>
        <p15:guide id="11" pos="13931" userDrawn="1">
          <p15:clr>
            <a:srgbClr val="A4A3A4"/>
          </p15:clr>
        </p15:guide>
        <p15:guide id="12" pos="182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2828"/>
    <a:srgbClr val="2E7D32"/>
    <a:srgbClr val="66BB6A"/>
    <a:srgbClr val="1A2D5A"/>
    <a:srgbClr val="2B2765"/>
    <a:srgbClr val="F7FBFF"/>
    <a:srgbClr val="30A0BE"/>
    <a:srgbClr val="3D6CB9"/>
    <a:srgbClr val="715099"/>
    <a:srgbClr val="20A2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9191E1-EA00-4DD1-8381-2C04D5B91AC0}" v="172" dt="2026-06-24T16:24:17.8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798" autoAdjust="0"/>
    <p:restoredTop sz="93501" autoAdjust="0"/>
  </p:normalViewPr>
  <p:slideViewPr>
    <p:cSldViewPr snapToGrid="0">
      <p:cViewPr>
        <p:scale>
          <a:sx n="50" d="100"/>
          <a:sy n="50" d="100"/>
        </p:scale>
        <p:origin x="636" y="-1236"/>
      </p:cViewPr>
      <p:guideLst>
        <p:guide orient="horz" pos="933"/>
        <p:guide orient="horz" pos="25526"/>
        <p:guide orient="horz" pos="4849"/>
        <p:guide orient="horz" pos="2769"/>
        <p:guide pos="4399"/>
        <p:guide pos="4974"/>
        <p:guide pos="9052"/>
        <p:guide pos="14506"/>
        <p:guide pos="680"/>
        <p:guide pos="9655"/>
        <p:guide pos="13931"/>
        <p:guide pos="18251"/>
      </p:guideLst>
    </p:cSldViewPr>
  </p:slideViewPr>
  <p:outlineViewPr>
    <p:cViewPr>
      <p:scale>
        <a:sx n="33" d="100"/>
        <a:sy n="33" d="100"/>
      </p:scale>
      <p:origin x="0" y="0"/>
    </p:cViewPr>
  </p:outlineViewPr>
  <p:notesTextViewPr>
    <p:cViewPr>
      <p:scale>
        <a:sx n="33" d="100"/>
        <a:sy n="33"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ישי יולזרי" userId="0eaa68ba-ba71-4c31-b387-8da2a1e5b047" providerId="ADAL" clId="{8720C476-69BA-4EA9-9208-DC57E85A398B}"/>
    <pc:docChg chg="undo redo custSel modSld">
      <pc:chgData name="ישי יולזרי" userId="0eaa68ba-ba71-4c31-b387-8da2a1e5b047" providerId="ADAL" clId="{8720C476-69BA-4EA9-9208-DC57E85A398B}" dt="2026-06-24T16:24:17.796" v="2220" actId="165"/>
      <pc:docMkLst>
        <pc:docMk/>
      </pc:docMkLst>
      <pc:sldChg chg="addSp delSp modSp mod">
        <pc:chgData name="ישי יולזרי" userId="0eaa68ba-ba71-4c31-b387-8da2a1e5b047" providerId="ADAL" clId="{8720C476-69BA-4EA9-9208-DC57E85A398B}" dt="2026-06-24T16:24:17.796" v="2220" actId="165"/>
        <pc:sldMkLst>
          <pc:docMk/>
          <pc:sldMk cId="1276433853" sldId="259"/>
        </pc:sldMkLst>
        <pc:spChg chg="add mod">
          <ac:chgData name="ישי יולזרי" userId="0eaa68ba-ba71-4c31-b387-8da2a1e5b047" providerId="ADAL" clId="{8720C476-69BA-4EA9-9208-DC57E85A398B}" dt="2026-06-24T12:22:01.233" v="760" actId="1038"/>
          <ac:spMkLst>
            <pc:docMk/>
            <pc:sldMk cId="1276433853" sldId="259"/>
            <ac:spMk id="3" creationId="{3BBBDBE6-CF78-48CE-6614-2BB44DF79E28}"/>
          </ac:spMkLst>
        </pc:spChg>
        <pc:spChg chg="add mod">
          <ac:chgData name="ישי יולזרי" userId="0eaa68ba-ba71-4c31-b387-8da2a1e5b047" providerId="ADAL" clId="{8720C476-69BA-4EA9-9208-DC57E85A398B}" dt="2026-06-24T13:28:41.873" v="1834" actId="20577"/>
          <ac:spMkLst>
            <pc:docMk/>
            <pc:sldMk cId="1276433853" sldId="259"/>
            <ac:spMk id="6" creationId="{8F38FAAB-387A-3298-D990-630D09AAD702}"/>
          </ac:spMkLst>
        </pc:spChg>
        <pc:spChg chg="mod">
          <ac:chgData name="ישי יולזרי" userId="0eaa68ba-ba71-4c31-b387-8da2a1e5b047" providerId="ADAL" clId="{8720C476-69BA-4EA9-9208-DC57E85A398B}" dt="2026-06-24T13:31:10.382" v="1858" actId="20577"/>
          <ac:spMkLst>
            <pc:docMk/>
            <pc:sldMk cId="1276433853" sldId="259"/>
            <ac:spMk id="10" creationId="{78BFDEC6-7C1F-A843-C2EE-4BCBDD752C86}"/>
          </ac:spMkLst>
        </pc:spChg>
        <pc:spChg chg="mod">
          <ac:chgData name="ישי יולזרי" userId="0eaa68ba-ba71-4c31-b387-8da2a1e5b047" providerId="ADAL" clId="{8720C476-69BA-4EA9-9208-DC57E85A398B}" dt="2026-06-24T14:02:34.934" v="2217" actId="1037"/>
          <ac:spMkLst>
            <pc:docMk/>
            <pc:sldMk cId="1276433853" sldId="259"/>
            <ac:spMk id="13" creationId="{C1A1EE73-9DD5-056A-634D-1D2B5EC31FB9}"/>
          </ac:spMkLst>
        </pc:spChg>
        <pc:spChg chg="mod">
          <ac:chgData name="ישי יולזרי" userId="0eaa68ba-ba71-4c31-b387-8da2a1e5b047" providerId="ADAL" clId="{8720C476-69BA-4EA9-9208-DC57E85A398B}" dt="2026-06-24T13:31:16.568" v="1862" actId="20577"/>
          <ac:spMkLst>
            <pc:docMk/>
            <pc:sldMk cId="1276433853" sldId="259"/>
            <ac:spMk id="15" creationId="{D02481CB-202F-FD08-8386-455F29F77670}"/>
          </ac:spMkLst>
        </pc:spChg>
        <pc:spChg chg="mod">
          <ac:chgData name="ישי יולזרי" userId="0eaa68ba-ba71-4c31-b387-8da2a1e5b047" providerId="ADAL" clId="{8720C476-69BA-4EA9-9208-DC57E85A398B}" dt="2026-06-24T13:28:44.070" v="1836" actId="20577"/>
          <ac:spMkLst>
            <pc:docMk/>
            <pc:sldMk cId="1276433853" sldId="259"/>
            <ac:spMk id="19" creationId="{CB065715-9247-BB99-CB51-5C6B0B01E9A6}"/>
          </ac:spMkLst>
        </pc:spChg>
        <pc:spChg chg="add mod">
          <ac:chgData name="ישי יולזרי" userId="0eaa68ba-ba71-4c31-b387-8da2a1e5b047" providerId="ADAL" clId="{8720C476-69BA-4EA9-9208-DC57E85A398B}" dt="2026-06-20T15:50:47.481" v="650"/>
          <ac:spMkLst>
            <pc:docMk/>
            <pc:sldMk cId="1276433853" sldId="259"/>
            <ac:spMk id="27" creationId="{7C6ED77D-4CAF-3010-A159-701B1E5CCD4D}"/>
          </ac:spMkLst>
        </pc:spChg>
        <pc:spChg chg="add mod">
          <ac:chgData name="ישי יולזרי" userId="0eaa68ba-ba71-4c31-b387-8da2a1e5b047" providerId="ADAL" clId="{8720C476-69BA-4EA9-9208-DC57E85A398B}" dt="2026-06-24T13:31:06.984" v="1856" actId="20577"/>
          <ac:spMkLst>
            <pc:docMk/>
            <pc:sldMk cId="1276433853" sldId="259"/>
            <ac:spMk id="40" creationId="{66123310-8D78-09F4-58CA-59FBF2A7A186}"/>
          </ac:spMkLst>
        </pc:spChg>
        <pc:spChg chg="add mod ord topLvl">
          <ac:chgData name="ישי יולזרי" userId="0eaa68ba-ba71-4c31-b387-8da2a1e5b047" providerId="ADAL" clId="{8720C476-69BA-4EA9-9208-DC57E85A398B}" dt="2026-06-24T16:24:17.796" v="2220" actId="165"/>
          <ac:spMkLst>
            <pc:docMk/>
            <pc:sldMk cId="1276433853" sldId="259"/>
            <ac:spMk id="45" creationId="{D26D37BF-7155-E57F-4D45-E825EAE6386E}"/>
          </ac:spMkLst>
        </pc:spChg>
        <pc:spChg chg="add mod topLvl">
          <ac:chgData name="ישי יולזרי" userId="0eaa68ba-ba71-4c31-b387-8da2a1e5b047" providerId="ADAL" clId="{8720C476-69BA-4EA9-9208-DC57E85A398B}" dt="2026-06-24T16:24:17.796" v="2220" actId="165"/>
          <ac:spMkLst>
            <pc:docMk/>
            <pc:sldMk cId="1276433853" sldId="259"/>
            <ac:spMk id="47" creationId="{5915854F-14BA-0435-0A67-D2F650CE8134}"/>
          </ac:spMkLst>
        </pc:spChg>
        <pc:spChg chg="mod">
          <ac:chgData name="ישי יולזרי" userId="0eaa68ba-ba71-4c31-b387-8da2a1e5b047" providerId="ADAL" clId="{8720C476-69BA-4EA9-9208-DC57E85A398B}" dt="2026-06-24T13:24:11.283" v="1794" actId="1076"/>
          <ac:spMkLst>
            <pc:docMk/>
            <pc:sldMk cId="1276433853" sldId="259"/>
            <ac:spMk id="57" creationId="{ADB0BBAA-6A9B-6306-76BF-140022ED3A4B}"/>
          </ac:spMkLst>
        </pc:spChg>
        <pc:spChg chg="mod">
          <ac:chgData name="ישי יולזרי" userId="0eaa68ba-ba71-4c31-b387-8da2a1e5b047" providerId="ADAL" clId="{8720C476-69BA-4EA9-9208-DC57E85A398B}" dt="2026-06-24T13:24:06.545" v="1792" actId="14100"/>
          <ac:spMkLst>
            <pc:docMk/>
            <pc:sldMk cId="1276433853" sldId="259"/>
            <ac:spMk id="58" creationId="{83A14F06-3695-354F-6918-3CBA2E4B8384}"/>
          </ac:spMkLst>
        </pc:spChg>
        <pc:spChg chg="mod">
          <ac:chgData name="ישי יולזרי" userId="0eaa68ba-ba71-4c31-b387-8da2a1e5b047" providerId="ADAL" clId="{8720C476-69BA-4EA9-9208-DC57E85A398B}" dt="2026-06-24T13:08:34.688" v="1702" actId="14100"/>
          <ac:spMkLst>
            <pc:docMk/>
            <pc:sldMk cId="1276433853" sldId="259"/>
            <ac:spMk id="59" creationId="{9518F025-2508-9A19-8AB2-51C18A954552}"/>
          </ac:spMkLst>
        </pc:spChg>
        <pc:spChg chg="mod">
          <ac:chgData name="ישי יולזרי" userId="0eaa68ba-ba71-4c31-b387-8da2a1e5b047" providerId="ADAL" clId="{8720C476-69BA-4EA9-9208-DC57E85A398B}" dt="2026-06-24T13:14:22.683" v="1783" actId="20577"/>
          <ac:spMkLst>
            <pc:docMk/>
            <pc:sldMk cId="1276433853" sldId="259"/>
            <ac:spMk id="60" creationId="{6D7348AF-6064-DC75-9115-975B9A92346B}"/>
          </ac:spMkLst>
        </pc:spChg>
        <pc:spChg chg="mod">
          <ac:chgData name="ישי יולזרי" userId="0eaa68ba-ba71-4c31-b387-8da2a1e5b047" providerId="ADAL" clId="{8720C476-69BA-4EA9-9208-DC57E85A398B}" dt="2026-06-24T12:20:59.936" v="731" actId="14100"/>
          <ac:spMkLst>
            <pc:docMk/>
            <pc:sldMk cId="1276433853" sldId="259"/>
            <ac:spMk id="3075" creationId="{1AE49570-41FD-0BC9-A4F1-8EB19710BE9E}"/>
          </ac:spMkLst>
        </pc:spChg>
        <pc:spChg chg="mod">
          <ac:chgData name="ישי יולזרי" userId="0eaa68ba-ba71-4c31-b387-8da2a1e5b047" providerId="ADAL" clId="{8720C476-69BA-4EA9-9208-DC57E85A398B}" dt="2026-06-20T16:01:03.901" v="720" actId="1036"/>
          <ac:spMkLst>
            <pc:docMk/>
            <pc:sldMk cId="1276433853" sldId="259"/>
            <ac:spMk id="3079" creationId="{5C4B1AEF-ECFF-CCC1-A091-A62AD9922515}"/>
          </ac:spMkLst>
        </pc:spChg>
        <pc:spChg chg="mod">
          <ac:chgData name="ישי יולזרי" userId="0eaa68ba-ba71-4c31-b387-8da2a1e5b047" providerId="ADAL" clId="{8720C476-69BA-4EA9-9208-DC57E85A398B}" dt="2026-06-24T12:59:50.443" v="1665" actId="1038"/>
          <ac:spMkLst>
            <pc:docMk/>
            <pc:sldMk cId="1276433853" sldId="259"/>
            <ac:spMk id="3088" creationId="{6B1D50D2-699A-23F3-85DE-F8989A8E3D0D}"/>
          </ac:spMkLst>
        </pc:spChg>
        <pc:spChg chg="mod">
          <ac:chgData name="ישי יולזרי" userId="0eaa68ba-ba71-4c31-b387-8da2a1e5b047" providerId="ADAL" clId="{8720C476-69BA-4EA9-9208-DC57E85A398B}" dt="2026-06-24T13:52:47.323" v="2183" actId="1036"/>
          <ac:spMkLst>
            <pc:docMk/>
            <pc:sldMk cId="1276433853" sldId="259"/>
            <ac:spMk id="3146" creationId="{4E4AB667-79A4-3E39-2CA9-424D05453E3C}"/>
          </ac:spMkLst>
        </pc:spChg>
        <pc:spChg chg="mod">
          <ac:chgData name="ישי יולזרי" userId="0eaa68ba-ba71-4c31-b387-8da2a1e5b047" providerId="ADAL" clId="{8720C476-69BA-4EA9-9208-DC57E85A398B}" dt="2026-06-24T13:52:43.021" v="2179" actId="1036"/>
          <ac:spMkLst>
            <pc:docMk/>
            <pc:sldMk cId="1276433853" sldId="259"/>
            <ac:spMk id="3147" creationId="{6C5050B5-0CA2-1E36-8B58-3E3F93CAFC3B}"/>
          </ac:spMkLst>
        </pc:spChg>
        <pc:spChg chg="mod">
          <ac:chgData name="ישי יולזרי" userId="0eaa68ba-ba71-4c31-b387-8da2a1e5b047" providerId="ADAL" clId="{8720C476-69BA-4EA9-9208-DC57E85A398B}" dt="2026-06-24T12:59:57.377" v="1681" actId="1038"/>
          <ac:spMkLst>
            <pc:docMk/>
            <pc:sldMk cId="1276433853" sldId="259"/>
            <ac:spMk id="3150" creationId="{6BA12D01-D0B7-84BA-E667-7C800548C86E}"/>
          </ac:spMkLst>
        </pc:spChg>
        <pc:spChg chg="mod">
          <ac:chgData name="ישי יולזרי" userId="0eaa68ba-ba71-4c31-b387-8da2a1e5b047" providerId="ADAL" clId="{8720C476-69BA-4EA9-9208-DC57E85A398B}" dt="2026-06-24T13:52:38.368" v="2172" actId="1036"/>
          <ac:spMkLst>
            <pc:docMk/>
            <pc:sldMk cId="1276433853" sldId="259"/>
            <ac:spMk id="3151" creationId="{3A54306D-3C6E-E4B3-6030-31879F7CA77D}"/>
          </ac:spMkLst>
        </pc:spChg>
        <pc:spChg chg="mod">
          <ac:chgData name="ישי יולזרי" userId="0eaa68ba-ba71-4c31-b387-8da2a1e5b047" providerId="ADAL" clId="{8720C476-69BA-4EA9-9208-DC57E85A398B}" dt="2026-06-24T13:34:25.098" v="1889" actId="123"/>
          <ac:spMkLst>
            <pc:docMk/>
            <pc:sldMk cId="1276433853" sldId="259"/>
            <ac:spMk id="3166" creationId="{B6048162-88BE-BE0E-A019-969CE6A6BE09}"/>
          </ac:spMkLst>
        </pc:spChg>
        <pc:spChg chg="mod">
          <ac:chgData name="ישי יולזרי" userId="0eaa68ba-ba71-4c31-b387-8da2a1e5b047" providerId="ADAL" clId="{8720C476-69BA-4EA9-9208-DC57E85A398B}" dt="2026-06-24T13:00:10.664" v="1683" actId="14100"/>
          <ac:spMkLst>
            <pc:docMk/>
            <pc:sldMk cId="1276433853" sldId="259"/>
            <ac:spMk id="3171" creationId="{07C73387-9C3E-4F48-0816-75F53963940F}"/>
          </ac:spMkLst>
        </pc:spChg>
        <pc:spChg chg="mod">
          <ac:chgData name="ישי יולזרי" userId="0eaa68ba-ba71-4c31-b387-8da2a1e5b047" providerId="ADAL" clId="{8720C476-69BA-4EA9-9208-DC57E85A398B}" dt="2026-06-24T13:00:03.797" v="1682" actId="14100"/>
          <ac:spMkLst>
            <pc:docMk/>
            <pc:sldMk cId="1276433853" sldId="259"/>
            <ac:spMk id="3172" creationId="{B24AA0C3-111F-AE4E-CB9B-B5E1AA09E0C0}"/>
          </ac:spMkLst>
        </pc:spChg>
        <pc:spChg chg="add del mod">
          <ac:chgData name="ישי יולזרי" userId="0eaa68ba-ba71-4c31-b387-8da2a1e5b047" providerId="ADAL" clId="{8720C476-69BA-4EA9-9208-DC57E85A398B}" dt="2026-06-24T13:36:46.983" v="2136" actId="123"/>
          <ac:spMkLst>
            <pc:docMk/>
            <pc:sldMk cId="1276433853" sldId="259"/>
            <ac:spMk id="3174" creationId="{F9873476-34B4-E0BB-917C-99251C5ECCE1}"/>
          </ac:spMkLst>
        </pc:spChg>
        <pc:spChg chg="mod">
          <ac:chgData name="ישי יולזרי" userId="0eaa68ba-ba71-4c31-b387-8da2a1e5b047" providerId="ADAL" clId="{8720C476-69BA-4EA9-9208-DC57E85A398B}" dt="2026-06-20T15:45:55.542" v="518"/>
          <ac:spMkLst>
            <pc:docMk/>
            <pc:sldMk cId="1276433853" sldId="259"/>
            <ac:spMk id="3206" creationId="{36ADB096-DD0E-5B42-2443-E150FABF3486}"/>
          </ac:spMkLst>
        </pc:spChg>
        <pc:spChg chg="mod">
          <ac:chgData name="ישי יולזרי" userId="0eaa68ba-ba71-4c31-b387-8da2a1e5b047" providerId="ADAL" clId="{8720C476-69BA-4EA9-9208-DC57E85A398B}" dt="2026-06-24T13:34:20.378" v="1887" actId="123"/>
          <ac:spMkLst>
            <pc:docMk/>
            <pc:sldMk cId="1276433853" sldId="259"/>
            <ac:spMk id="3224" creationId="{B547B103-A692-5383-124C-9304BD134E70}"/>
          </ac:spMkLst>
        </pc:spChg>
        <pc:grpChg chg="add mod">
          <ac:chgData name="ישי יולזרי" userId="0eaa68ba-ba71-4c31-b387-8da2a1e5b047" providerId="ADAL" clId="{8720C476-69BA-4EA9-9208-DC57E85A398B}" dt="2026-06-24T12:56:17.868" v="1357"/>
          <ac:grpSpMkLst>
            <pc:docMk/>
            <pc:sldMk cId="1276433853" sldId="259"/>
            <ac:grpSpMk id="22" creationId="{093E27D0-B49B-75FE-9E6D-413AB9D71AF3}"/>
          </ac:grpSpMkLst>
        </pc:grpChg>
        <pc:grpChg chg="add mod">
          <ac:chgData name="ישי יולזרי" userId="0eaa68ba-ba71-4c31-b387-8da2a1e5b047" providerId="ADAL" clId="{8720C476-69BA-4EA9-9208-DC57E85A398B}" dt="2026-06-20T15:21:27.419" v="84" actId="14100"/>
          <ac:grpSpMkLst>
            <pc:docMk/>
            <pc:sldMk cId="1276433853" sldId="259"/>
            <ac:grpSpMk id="26" creationId="{D257CD4B-343F-A7E1-280B-153E28027D98}"/>
          </ac:grpSpMkLst>
        </pc:grpChg>
        <pc:grpChg chg="add mod">
          <ac:chgData name="ישי יולזרי" userId="0eaa68ba-ba71-4c31-b387-8da2a1e5b047" providerId="ADAL" clId="{8720C476-69BA-4EA9-9208-DC57E85A398B}" dt="2026-06-24T12:56:22.332" v="1358"/>
          <ac:grpSpMkLst>
            <pc:docMk/>
            <pc:sldMk cId="1276433853" sldId="259"/>
            <ac:grpSpMk id="29" creationId="{456113AA-F1A7-1889-EB85-ECC62D5D4C18}"/>
          </ac:grpSpMkLst>
        </pc:grpChg>
        <pc:grpChg chg="add mod">
          <ac:chgData name="ישי יולזרי" userId="0eaa68ba-ba71-4c31-b387-8da2a1e5b047" providerId="ADAL" clId="{8720C476-69BA-4EA9-9208-DC57E85A398B}" dt="2026-06-24T13:27:33.260" v="1810" actId="164"/>
          <ac:grpSpMkLst>
            <pc:docMk/>
            <pc:sldMk cId="1276433853" sldId="259"/>
            <ac:grpSpMk id="46" creationId="{5044E658-8DF7-5F1B-6559-C7D73B6D1FEB}"/>
          </ac:grpSpMkLst>
        </pc:grpChg>
        <pc:grpChg chg="add mod">
          <ac:chgData name="ישי יולזרי" userId="0eaa68ba-ba71-4c31-b387-8da2a1e5b047" providerId="ADAL" clId="{8720C476-69BA-4EA9-9208-DC57E85A398B}" dt="2026-06-24T13:30:09.549" v="1853" actId="164"/>
          <ac:grpSpMkLst>
            <pc:docMk/>
            <pc:sldMk cId="1276433853" sldId="259"/>
            <ac:grpSpMk id="48" creationId="{85E2F33C-EAD0-F93F-258F-A7CEB05CE0EF}"/>
          </ac:grpSpMkLst>
        </pc:grpChg>
        <pc:grpChg chg="add del mod">
          <ac:chgData name="ישי יולזרי" userId="0eaa68ba-ba71-4c31-b387-8da2a1e5b047" providerId="ADAL" clId="{8720C476-69BA-4EA9-9208-DC57E85A398B}" dt="2026-06-24T16:24:17.796" v="2220" actId="165"/>
          <ac:grpSpMkLst>
            <pc:docMk/>
            <pc:sldMk cId="1276433853" sldId="259"/>
            <ac:grpSpMk id="49" creationId="{B105191C-CFE6-5437-25A8-818615ED91B8}"/>
          </ac:grpSpMkLst>
        </pc:grpChg>
        <pc:graphicFrameChg chg="mod modGraphic">
          <ac:chgData name="ישי יולזרי" userId="0eaa68ba-ba71-4c31-b387-8da2a1e5b047" providerId="ADAL" clId="{8720C476-69BA-4EA9-9208-DC57E85A398B}" dt="2026-06-24T14:02:34.934" v="2217" actId="1037"/>
          <ac:graphicFrameMkLst>
            <pc:docMk/>
            <pc:sldMk cId="1276433853" sldId="259"/>
            <ac:graphicFrameMk id="12" creationId="{A458ED0F-F00C-D4A1-6A38-950312EDF311}"/>
          </ac:graphicFrameMkLst>
        </pc:graphicFrameChg>
        <pc:graphicFrameChg chg="mod modGraphic">
          <ac:chgData name="ישי יולזרי" userId="0eaa68ba-ba71-4c31-b387-8da2a1e5b047" providerId="ADAL" clId="{8720C476-69BA-4EA9-9208-DC57E85A398B}" dt="2026-06-24T15:36:58.517" v="2219" actId="14734"/>
          <ac:graphicFrameMkLst>
            <pc:docMk/>
            <pc:sldMk cId="1276433853" sldId="259"/>
            <ac:graphicFrameMk id="14" creationId="{41118F01-BCB0-DD23-EE72-6B9904265E8E}"/>
          </ac:graphicFrameMkLst>
        </pc:graphicFrameChg>
        <pc:picChg chg="add del mod">
          <ac:chgData name="ישי יולזרי" userId="0eaa68ba-ba71-4c31-b387-8da2a1e5b047" providerId="ADAL" clId="{8720C476-69BA-4EA9-9208-DC57E85A398B}" dt="2026-06-24T12:39:02.360" v="1043" actId="478"/>
          <ac:picMkLst>
            <pc:docMk/>
            <pc:sldMk cId="1276433853" sldId="259"/>
            <ac:picMk id="8" creationId="{DC71125B-4CCA-1751-DABB-DC4DD2C8088B}"/>
          </ac:picMkLst>
        </pc:picChg>
        <pc:picChg chg="add del mod">
          <ac:chgData name="ישי יולזרי" userId="0eaa68ba-ba71-4c31-b387-8da2a1e5b047" providerId="ADAL" clId="{8720C476-69BA-4EA9-9208-DC57E85A398B}" dt="2026-06-24T12:39:01.623" v="1042" actId="478"/>
          <ac:picMkLst>
            <pc:docMk/>
            <pc:sldMk cId="1276433853" sldId="259"/>
            <ac:picMk id="11" creationId="{935E97B9-7943-FC94-DF45-809541C8ED52}"/>
          </ac:picMkLst>
        </pc:picChg>
        <pc:picChg chg="add del mod">
          <ac:chgData name="ישי יולזרי" userId="0eaa68ba-ba71-4c31-b387-8da2a1e5b047" providerId="ADAL" clId="{8720C476-69BA-4EA9-9208-DC57E85A398B}" dt="2026-06-24T12:43:25.614" v="1289" actId="478"/>
          <ac:picMkLst>
            <pc:docMk/>
            <pc:sldMk cId="1276433853" sldId="259"/>
            <ac:picMk id="17" creationId="{93FA6023-1A75-E6B8-809D-AC742F769A19}"/>
          </ac:picMkLst>
        </pc:picChg>
        <pc:picChg chg="add del mod">
          <ac:chgData name="ישי יולזרי" userId="0eaa68ba-ba71-4c31-b387-8da2a1e5b047" providerId="ADAL" clId="{8720C476-69BA-4EA9-9208-DC57E85A398B}" dt="2026-06-24T12:43:22.204" v="1287" actId="931"/>
          <ac:picMkLst>
            <pc:docMk/>
            <pc:sldMk cId="1276433853" sldId="259"/>
            <ac:picMk id="20" creationId="{3D978F1E-68F3-99DE-419D-81D21F4221F0}"/>
          </ac:picMkLst>
        </pc:picChg>
        <pc:picChg chg="add mod modCrop">
          <ac:chgData name="ישי יולזרי" userId="0eaa68ba-ba71-4c31-b387-8da2a1e5b047" providerId="ADAL" clId="{8720C476-69BA-4EA9-9208-DC57E85A398B}" dt="2026-06-24T12:47:11.540" v="1295" actId="732"/>
          <ac:picMkLst>
            <pc:docMk/>
            <pc:sldMk cId="1276433853" sldId="259"/>
            <ac:picMk id="21" creationId="{79D37A0F-FFD7-341C-E79B-58F1D81EB5FE}"/>
          </ac:picMkLst>
        </pc:picChg>
        <pc:picChg chg="add mod modCrop">
          <ac:chgData name="ישי יולזרי" userId="0eaa68ba-ba71-4c31-b387-8da2a1e5b047" providerId="ADAL" clId="{8720C476-69BA-4EA9-9208-DC57E85A398B}" dt="2026-06-20T15:17:17.260" v="73" actId="732"/>
          <ac:picMkLst>
            <pc:docMk/>
            <pc:sldMk cId="1276433853" sldId="259"/>
            <ac:picMk id="23" creationId="{597A97A0-EAD3-0F42-C3FF-C4EF11A4B143}"/>
          </ac:picMkLst>
        </pc:picChg>
        <pc:picChg chg="mod">
          <ac:chgData name="ישי יולזרי" userId="0eaa68ba-ba71-4c31-b387-8da2a1e5b047" providerId="ADAL" clId="{8720C476-69BA-4EA9-9208-DC57E85A398B}" dt="2026-06-24T12:56:17.868" v="1357"/>
          <ac:picMkLst>
            <pc:docMk/>
            <pc:sldMk cId="1276433853" sldId="259"/>
            <ac:picMk id="24" creationId="{96001E19-72A4-C2AD-DC4C-FAA831199609}"/>
          </ac:picMkLst>
        </pc:picChg>
        <pc:picChg chg="add mod modCrop">
          <ac:chgData name="ישי יולזרי" userId="0eaa68ba-ba71-4c31-b387-8da2a1e5b047" providerId="ADAL" clId="{8720C476-69BA-4EA9-9208-DC57E85A398B}" dt="2026-06-20T15:17:28.859" v="74" actId="732"/>
          <ac:picMkLst>
            <pc:docMk/>
            <pc:sldMk cId="1276433853" sldId="259"/>
            <ac:picMk id="25" creationId="{C88159D4-7FD8-B809-68CC-F5552F9DDF08}"/>
          </ac:picMkLst>
        </pc:picChg>
        <pc:picChg chg="mod">
          <ac:chgData name="ישי יולזרי" userId="0eaa68ba-ba71-4c31-b387-8da2a1e5b047" providerId="ADAL" clId="{8720C476-69BA-4EA9-9208-DC57E85A398B}" dt="2026-06-24T12:56:17.868" v="1357"/>
          <ac:picMkLst>
            <pc:docMk/>
            <pc:sldMk cId="1276433853" sldId="259"/>
            <ac:picMk id="28" creationId="{E82C1FE7-2261-B27B-FC16-72D248AC8F5A}"/>
          </ac:picMkLst>
        </pc:picChg>
        <pc:picChg chg="mod">
          <ac:chgData name="ישי יולזרי" userId="0eaa68ba-ba71-4c31-b387-8da2a1e5b047" providerId="ADAL" clId="{8720C476-69BA-4EA9-9208-DC57E85A398B}" dt="2026-06-24T12:56:22.332" v="1358"/>
          <ac:picMkLst>
            <pc:docMk/>
            <pc:sldMk cId="1276433853" sldId="259"/>
            <ac:picMk id="30" creationId="{84EDE12F-EC52-A523-000C-BEE0F2699C1A}"/>
          </ac:picMkLst>
        </pc:picChg>
        <pc:picChg chg="mod">
          <ac:chgData name="ישי יולזרי" userId="0eaa68ba-ba71-4c31-b387-8da2a1e5b047" providerId="ADAL" clId="{8720C476-69BA-4EA9-9208-DC57E85A398B}" dt="2026-06-24T12:56:22.332" v="1358"/>
          <ac:picMkLst>
            <pc:docMk/>
            <pc:sldMk cId="1276433853" sldId="259"/>
            <ac:picMk id="31" creationId="{2D67731B-B4C3-7D25-56A4-9C525A9A8EC2}"/>
          </ac:picMkLst>
        </pc:picChg>
        <pc:picChg chg="add mod">
          <ac:chgData name="ישי יולזרי" userId="0eaa68ba-ba71-4c31-b387-8da2a1e5b047" providerId="ADAL" clId="{8720C476-69BA-4EA9-9208-DC57E85A398B}" dt="2026-06-24T12:57:28.015" v="1526" actId="1037"/>
          <ac:picMkLst>
            <pc:docMk/>
            <pc:sldMk cId="1276433853" sldId="259"/>
            <ac:picMk id="33" creationId="{7B088B21-47E6-522D-865F-031CFB05512C}"/>
          </ac:picMkLst>
        </pc:picChg>
        <pc:picChg chg="add del mod">
          <ac:chgData name="ישי יולזרי" userId="0eaa68ba-ba71-4c31-b387-8da2a1e5b047" providerId="ADAL" clId="{8720C476-69BA-4EA9-9208-DC57E85A398B}" dt="2026-06-24T13:06:20.434" v="1690" actId="478"/>
          <ac:picMkLst>
            <pc:docMk/>
            <pc:sldMk cId="1276433853" sldId="259"/>
            <ac:picMk id="35" creationId="{CAFA9422-FF8D-D1C6-A7C9-09A402089F41}"/>
          </ac:picMkLst>
        </pc:picChg>
        <pc:picChg chg="add del mod modCrop">
          <ac:chgData name="ישי יולזרי" userId="0eaa68ba-ba71-4c31-b387-8da2a1e5b047" providerId="ADAL" clId="{8720C476-69BA-4EA9-9208-DC57E85A398B}" dt="2026-06-24T13:08:46.708" v="1703" actId="478"/>
          <ac:picMkLst>
            <pc:docMk/>
            <pc:sldMk cId="1276433853" sldId="259"/>
            <ac:picMk id="37" creationId="{929DA947-909D-D095-E1DF-69EB3F52C12A}"/>
          </ac:picMkLst>
        </pc:picChg>
        <pc:picChg chg="add mod modCrop">
          <ac:chgData name="ישי יולזרי" userId="0eaa68ba-ba71-4c31-b387-8da2a1e5b047" providerId="ADAL" clId="{8720C476-69BA-4EA9-9208-DC57E85A398B}" dt="2026-06-24T13:09:33.524" v="1721" actId="1035"/>
          <ac:picMkLst>
            <pc:docMk/>
            <pc:sldMk cId="1276433853" sldId="259"/>
            <ac:picMk id="39" creationId="{E653DBD3-050C-AD3D-410C-4E3EC1A9B302}"/>
          </ac:picMkLst>
        </pc:picChg>
        <pc:picChg chg="add mod topLvl">
          <ac:chgData name="ישי יולזרי" userId="0eaa68ba-ba71-4c31-b387-8da2a1e5b047" providerId="ADAL" clId="{8720C476-69BA-4EA9-9208-DC57E85A398B}" dt="2026-06-24T16:24:17.796" v="2220" actId="165"/>
          <ac:picMkLst>
            <pc:docMk/>
            <pc:sldMk cId="1276433853" sldId="259"/>
            <ac:picMk id="42" creationId="{E452E991-F1D8-945C-C612-8F90CE48A210}"/>
          </ac:picMkLst>
        </pc:picChg>
        <pc:picChg chg="add mod topLvl">
          <ac:chgData name="ישי יולזרי" userId="0eaa68ba-ba71-4c31-b387-8da2a1e5b047" providerId="ADAL" clId="{8720C476-69BA-4EA9-9208-DC57E85A398B}" dt="2026-06-24T16:24:17.796" v="2220" actId="165"/>
          <ac:picMkLst>
            <pc:docMk/>
            <pc:sldMk cId="1276433853" sldId="259"/>
            <ac:picMk id="44" creationId="{3D21F645-EB44-35D2-5D50-6B60DF01427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E235D9A-5E4F-6694-6127-B60A679E0F21}"/>
              </a:ext>
            </a:extLst>
          </p:cNvPr>
          <p:cNvSpPr>
            <a:spLocks noGrp="1" noChangeArrowheads="1"/>
          </p:cNvSpPr>
          <p:nvPr>
            <p:ph type="hdr" sz="quarter"/>
          </p:nvPr>
        </p:nvSpPr>
        <p:spPr bwMode="auto">
          <a:xfrm>
            <a:off x="0" y="0"/>
            <a:ext cx="14265275" cy="25606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CA"/>
          </a:p>
        </p:txBody>
      </p:sp>
      <p:sp>
        <p:nvSpPr>
          <p:cNvPr id="4099" name="Rectangle 3">
            <a:extLst>
              <a:ext uri="{FF2B5EF4-FFF2-40B4-BE49-F238E27FC236}">
                <a16:creationId xmlns:a16="http://schemas.microsoft.com/office/drawing/2014/main" id="{9C628051-2516-EC53-F7EA-44191CBF86A7}"/>
              </a:ext>
            </a:extLst>
          </p:cNvPr>
          <p:cNvSpPr>
            <a:spLocks noGrp="1" noChangeArrowheads="1"/>
          </p:cNvSpPr>
          <p:nvPr>
            <p:ph type="dt" idx="1"/>
          </p:nvPr>
        </p:nvSpPr>
        <p:spPr bwMode="auto">
          <a:xfrm>
            <a:off x="18646775" y="0"/>
            <a:ext cx="14263688" cy="25606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CA"/>
          </a:p>
        </p:txBody>
      </p:sp>
      <p:sp>
        <p:nvSpPr>
          <p:cNvPr id="2052" name="Rectangle 4">
            <a:extLst>
              <a:ext uri="{FF2B5EF4-FFF2-40B4-BE49-F238E27FC236}">
                <a16:creationId xmlns:a16="http://schemas.microsoft.com/office/drawing/2014/main" id="{1A6C6D04-99EE-76DD-8746-1AF2C5D7788B}"/>
              </a:ext>
            </a:extLst>
          </p:cNvPr>
          <p:cNvSpPr>
            <a:spLocks noGrp="1" noRot="1" noChangeAspect="1" noChangeArrowheads="1" noTextEdit="1"/>
          </p:cNvSpPr>
          <p:nvPr>
            <p:ph type="sldImg" idx="2"/>
          </p:nvPr>
        </p:nvSpPr>
        <p:spPr bwMode="auto">
          <a:xfrm>
            <a:off x="9669463" y="3840163"/>
            <a:ext cx="13579475" cy="19202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6564F3E0-4168-DD95-3DBE-D75AF22320B6}"/>
              </a:ext>
            </a:extLst>
          </p:cNvPr>
          <p:cNvSpPr>
            <a:spLocks noGrp="1" noChangeArrowheads="1"/>
          </p:cNvSpPr>
          <p:nvPr>
            <p:ph type="body" sz="quarter" idx="3"/>
          </p:nvPr>
        </p:nvSpPr>
        <p:spPr bwMode="auto">
          <a:xfrm>
            <a:off x="3292475" y="24323675"/>
            <a:ext cx="26333450" cy="23042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4102" name="Rectangle 6">
            <a:extLst>
              <a:ext uri="{FF2B5EF4-FFF2-40B4-BE49-F238E27FC236}">
                <a16:creationId xmlns:a16="http://schemas.microsoft.com/office/drawing/2014/main" id="{E91B3D6D-395C-3B16-89B7-92E285A77AC6}"/>
              </a:ext>
            </a:extLst>
          </p:cNvPr>
          <p:cNvSpPr>
            <a:spLocks noGrp="1" noChangeArrowheads="1"/>
          </p:cNvSpPr>
          <p:nvPr>
            <p:ph type="ftr" sz="quarter" idx="4"/>
          </p:nvPr>
        </p:nvSpPr>
        <p:spPr bwMode="auto">
          <a:xfrm>
            <a:off x="0" y="48637825"/>
            <a:ext cx="14265275" cy="25590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CA"/>
          </a:p>
        </p:txBody>
      </p:sp>
      <p:sp>
        <p:nvSpPr>
          <p:cNvPr id="4103" name="Rectangle 7">
            <a:extLst>
              <a:ext uri="{FF2B5EF4-FFF2-40B4-BE49-F238E27FC236}">
                <a16:creationId xmlns:a16="http://schemas.microsoft.com/office/drawing/2014/main" id="{51F3254F-8F8B-55E0-62CB-80D8876286D2}"/>
              </a:ext>
            </a:extLst>
          </p:cNvPr>
          <p:cNvSpPr>
            <a:spLocks noGrp="1" noChangeArrowheads="1"/>
          </p:cNvSpPr>
          <p:nvPr>
            <p:ph type="sldNum" sz="quarter" idx="5"/>
          </p:nvPr>
        </p:nvSpPr>
        <p:spPr bwMode="auto">
          <a:xfrm>
            <a:off x="18646775" y="48637825"/>
            <a:ext cx="14263688" cy="25590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8EE01824-9AAD-454F-A6AE-AAA29C60A6DB}"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94" kern="1200">
        <a:solidFill>
          <a:schemeClr val="tx1"/>
        </a:solidFill>
        <a:latin typeface="Times New Roman" pitchFamily="18" charset="0"/>
        <a:ea typeface="+mn-ea"/>
        <a:cs typeface="+mn-cs"/>
      </a:defRPr>
    </a:lvl1pPr>
    <a:lvl2pPr marL="456788" algn="l" rtl="0" eaLnBrk="0" fontAlgn="base" hangingPunct="0">
      <a:spcBef>
        <a:spcPct val="30000"/>
      </a:spcBef>
      <a:spcAft>
        <a:spcPct val="0"/>
      </a:spcAft>
      <a:defRPr sz="1194" kern="1200">
        <a:solidFill>
          <a:schemeClr val="tx1"/>
        </a:solidFill>
        <a:latin typeface="Times New Roman" pitchFamily="18" charset="0"/>
        <a:ea typeface="+mn-ea"/>
        <a:cs typeface="+mn-cs"/>
      </a:defRPr>
    </a:lvl2pPr>
    <a:lvl3pPr marL="913575" algn="l" rtl="0" eaLnBrk="0" fontAlgn="base" hangingPunct="0">
      <a:spcBef>
        <a:spcPct val="30000"/>
      </a:spcBef>
      <a:spcAft>
        <a:spcPct val="0"/>
      </a:spcAft>
      <a:defRPr sz="1194" kern="1200">
        <a:solidFill>
          <a:schemeClr val="tx1"/>
        </a:solidFill>
        <a:latin typeface="Times New Roman" pitchFamily="18" charset="0"/>
        <a:ea typeface="+mn-ea"/>
        <a:cs typeface="+mn-cs"/>
      </a:defRPr>
    </a:lvl3pPr>
    <a:lvl4pPr marL="1370361" algn="l" rtl="0" eaLnBrk="0" fontAlgn="base" hangingPunct="0">
      <a:spcBef>
        <a:spcPct val="30000"/>
      </a:spcBef>
      <a:spcAft>
        <a:spcPct val="0"/>
      </a:spcAft>
      <a:defRPr sz="1194" kern="1200">
        <a:solidFill>
          <a:schemeClr val="tx1"/>
        </a:solidFill>
        <a:latin typeface="Times New Roman" pitchFamily="18" charset="0"/>
        <a:ea typeface="+mn-ea"/>
        <a:cs typeface="+mn-cs"/>
      </a:defRPr>
    </a:lvl4pPr>
    <a:lvl5pPr marL="1827148" algn="l" rtl="0" eaLnBrk="0" fontAlgn="base" hangingPunct="0">
      <a:spcBef>
        <a:spcPct val="30000"/>
      </a:spcBef>
      <a:spcAft>
        <a:spcPct val="0"/>
      </a:spcAft>
      <a:defRPr sz="1194" kern="1200">
        <a:solidFill>
          <a:schemeClr val="tx1"/>
        </a:solidFill>
        <a:latin typeface="Times New Roman" pitchFamily="18" charset="0"/>
        <a:ea typeface="+mn-ea"/>
        <a:cs typeface="+mn-cs"/>
      </a:defRPr>
    </a:lvl5pPr>
    <a:lvl6pPr marL="2285286" algn="l" defTabSz="914114" rtl="0" eaLnBrk="1" latinLnBrk="0" hangingPunct="1">
      <a:defRPr sz="1199" kern="1200">
        <a:solidFill>
          <a:schemeClr val="tx1"/>
        </a:solidFill>
        <a:latin typeface="+mn-lt"/>
        <a:ea typeface="+mn-ea"/>
        <a:cs typeface="+mn-cs"/>
      </a:defRPr>
    </a:lvl6pPr>
    <a:lvl7pPr marL="2742342" algn="l" defTabSz="914114" rtl="0" eaLnBrk="1" latinLnBrk="0" hangingPunct="1">
      <a:defRPr sz="1199" kern="1200">
        <a:solidFill>
          <a:schemeClr val="tx1"/>
        </a:solidFill>
        <a:latin typeface="+mn-lt"/>
        <a:ea typeface="+mn-ea"/>
        <a:cs typeface="+mn-cs"/>
      </a:defRPr>
    </a:lvl7pPr>
    <a:lvl8pPr marL="3199398" algn="l" defTabSz="914114" rtl="0" eaLnBrk="1" latinLnBrk="0" hangingPunct="1">
      <a:defRPr sz="1199" kern="1200">
        <a:solidFill>
          <a:schemeClr val="tx1"/>
        </a:solidFill>
        <a:latin typeface="+mn-lt"/>
        <a:ea typeface="+mn-ea"/>
        <a:cs typeface="+mn-cs"/>
      </a:defRPr>
    </a:lvl8pPr>
    <a:lvl9pPr marL="3656455" algn="l" defTabSz="914114"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8C11-D4C8-93D2-420A-0512DD5513E7}"/>
            </a:ext>
          </a:extLst>
        </p:cNvPr>
        <p:cNvGrpSpPr/>
        <p:nvPr/>
      </p:nvGrpSpPr>
      <p:grpSpPr>
        <a:xfrm>
          <a:off x="0" y="0"/>
          <a:ext cx="0" cy="0"/>
          <a:chOff x="0" y="0"/>
          <a:chExt cx="0" cy="0"/>
        </a:xfrm>
      </p:grpSpPr>
      <p:sp>
        <p:nvSpPr>
          <p:cNvPr id="4098" name="Rectangle 7">
            <a:extLst>
              <a:ext uri="{FF2B5EF4-FFF2-40B4-BE49-F238E27FC236}">
                <a16:creationId xmlns:a16="http://schemas.microsoft.com/office/drawing/2014/main" id="{0FFD0A1E-E6D8-EE47-603E-BA559FBC4A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Times New Roman" panose="02020603050405020304" pitchFamily="18" charset="0"/>
              </a:defRPr>
            </a:lvl1pPr>
            <a:lvl2pPr marL="742950" indent="-285750">
              <a:spcBef>
                <a:spcPct val="30000"/>
              </a:spcBef>
              <a:defRPr sz="1000">
                <a:solidFill>
                  <a:schemeClr val="tx1"/>
                </a:solidFill>
                <a:latin typeface="Times New Roman" panose="02020603050405020304" pitchFamily="18" charset="0"/>
              </a:defRPr>
            </a:lvl2pPr>
            <a:lvl3pPr marL="1143000" indent="-228600">
              <a:spcBef>
                <a:spcPct val="30000"/>
              </a:spcBef>
              <a:defRPr sz="1000">
                <a:solidFill>
                  <a:schemeClr val="tx1"/>
                </a:solidFill>
                <a:latin typeface="Times New Roman" panose="02020603050405020304" pitchFamily="18" charset="0"/>
              </a:defRPr>
            </a:lvl3pPr>
            <a:lvl4pPr marL="1600200" indent="-228600">
              <a:spcBef>
                <a:spcPct val="30000"/>
              </a:spcBef>
              <a:defRPr sz="1000">
                <a:solidFill>
                  <a:schemeClr val="tx1"/>
                </a:solidFill>
                <a:latin typeface="Times New Roman" panose="02020603050405020304" pitchFamily="18" charset="0"/>
              </a:defRPr>
            </a:lvl4pPr>
            <a:lvl5pPr marL="2057400" indent="-228600">
              <a:spcBef>
                <a:spcPct val="30000"/>
              </a:spcBef>
              <a:defRPr sz="10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000">
                <a:solidFill>
                  <a:schemeClr val="tx1"/>
                </a:solidFill>
                <a:latin typeface="Times New Roman" panose="02020603050405020304" pitchFamily="18" charset="0"/>
              </a:defRPr>
            </a:lvl9pPr>
          </a:lstStyle>
          <a:p>
            <a:pPr>
              <a:spcBef>
                <a:spcPct val="0"/>
              </a:spcBef>
            </a:pPr>
            <a:fld id="{8765F4EB-2F5C-441E-9238-D5473D9B49AB}" type="slidenum">
              <a:rPr lang="en-CA" altLang="he-IL" sz="1200" smtClean="0"/>
              <a:pPr>
                <a:spcBef>
                  <a:spcPct val="0"/>
                </a:spcBef>
              </a:pPr>
              <a:t>1</a:t>
            </a:fld>
            <a:endParaRPr lang="en-CA" altLang="he-IL" sz="1200"/>
          </a:p>
        </p:txBody>
      </p:sp>
      <p:sp>
        <p:nvSpPr>
          <p:cNvPr id="4099" name="Rectangle 2">
            <a:extLst>
              <a:ext uri="{FF2B5EF4-FFF2-40B4-BE49-F238E27FC236}">
                <a16:creationId xmlns:a16="http://schemas.microsoft.com/office/drawing/2014/main" id="{24FEC61F-4156-B65F-1D24-B86E6D941C70}"/>
              </a:ext>
            </a:extLst>
          </p:cNvPr>
          <p:cNvSpPr>
            <a:spLocks noGrp="1" noRot="1" noChangeAspect="1" noChangeArrowheads="1" noTextEdit="1"/>
          </p:cNvSpPr>
          <p:nvPr>
            <p:ph type="sldImg"/>
          </p:nvPr>
        </p:nvSpPr>
        <p:spPr>
          <a:xfrm>
            <a:off x="9669463" y="3840163"/>
            <a:ext cx="13579475" cy="19202400"/>
          </a:xfrm>
          <a:ln/>
        </p:spPr>
      </p:sp>
      <p:sp>
        <p:nvSpPr>
          <p:cNvPr id="4100" name="Rectangle 3">
            <a:extLst>
              <a:ext uri="{FF2B5EF4-FFF2-40B4-BE49-F238E27FC236}">
                <a16:creationId xmlns:a16="http://schemas.microsoft.com/office/drawing/2014/main" id="{3EE2ECA0-CECA-ED3B-8461-096E09F9E0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he-IL"/>
          </a:p>
        </p:txBody>
      </p:sp>
    </p:spTree>
    <p:extLst>
      <p:ext uri="{BB962C8B-B14F-4D97-AF65-F5344CB8AC3E}">
        <p14:creationId xmlns:p14="http://schemas.microsoft.com/office/powerpoint/2010/main" val="2072944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13296926"/>
            <a:ext cx="25733932" cy="9175066"/>
          </a:xfrm>
        </p:spPr>
        <p:txBody>
          <a:bodyPr/>
          <a:lstStyle/>
          <a:p>
            <a:r>
              <a:rPr lang="en-US"/>
              <a:t>Click to edit Master title style</a:t>
            </a:r>
            <a:endParaRPr lang="he-IL"/>
          </a:p>
        </p:txBody>
      </p:sp>
      <p:sp>
        <p:nvSpPr>
          <p:cNvPr id="3" name="Subtitle 2"/>
          <p:cNvSpPr>
            <a:spLocks noGrp="1"/>
          </p:cNvSpPr>
          <p:nvPr>
            <p:ph type="subTitle" idx="1"/>
          </p:nvPr>
        </p:nvSpPr>
        <p:spPr>
          <a:xfrm>
            <a:off x="4541283" y="24255465"/>
            <a:ext cx="21192649" cy="10938740"/>
          </a:xfrm>
        </p:spPr>
        <p:txBody>
          <a:bodyPr/>
          <a:lstStyle>
            <a:lvl1pPr marL="0" indent="0" algn="ctr">
              <a:buNone/>
              <a:defRPr>
                <a:solidFill>
                  <a:schemeClr val="tx1">
                    <a:tint val="75000"/>
                  </a:schemeClr>
                </a:solidFill>
              </a:defRPr>
            </a:lvl1pPr>
            <a:lvl2pPr marL="2065481" indent="0" algn="ctr">
              <a:buNone/>
              <a:defRPr>
                <a:solidFill>
                  <a:schemeClr val="tx1">
                    <a:tint val="75000"/>
                  </a:schemeClr>
                </a:solidFill>
              </a:defRPr>
            </a:lvl2pPr>
            <a:lvl3pPr marL="4130970" indent="0" algn="ctr">
              <a:buNone/>
              <a:defRPr>
                <a:solidFill>
                  <a:schemeClr val="tx1">
                    <a:tint val="75000"/>
                  </a:schemeClr>
                </a:solidFill>
              </a:defRPr>
            </a:lvl3pPr>
            <a:lvl4pPr marL="6196452" indent="0" algn="ctr">
              <a:buNone/>
              <a:defRPr>
                <a:solidFill>
                  <a:schemeClr val="tx1">
                    <a:tint val="75000"/>
                  </a:schemeClr>
                </a:solidFill>
              </a:defRPr>
            </a:lvl4pPr>
            <a:lvl5pPr marL="8261931" indent="0" algn="ctr">
              <a:buNone/>
              <a:defRPr>
                <a:solidFill>
                  <a:schemeClr val="tx1">
                    <a:tint val="75000"/>
                  </a:schemeClr>
                </a:solidFill>
              </a:defRPr>
            </a:lvl5pPr>
            <a:lvl6pPr marL="10327421" indent="0" algn="ctr">
              <a:buNone/>
              <a:defRPr>
                <a:solidFill>
                  <a:schemeClr val="tx1">
                    <a:tint val="75000"/>
                  </a:schemeClr>
                </a:solidFill>
              </a:defRPr>
            </a:lvl6pPr>
            <a:lvl7pPr marL="12392902" indent="0" algn="ctr">
              <a:buNone/>
              <a:defRPr>
                <a:solidFill>
                  <a:schemeClr val="tx1">
                    <a:tint val="75000"/>
                  </a:schemeClr>
                </a:solidFill>
              </a:defRPr>
            </a:lvl7pPr>
            <a:lvl8pPr marL="14458383" indent="0" algn="ctr">
              <a:buNone/>
              <a:defRPr>
                <a:solidFill>
                  <a:schemeClr val="tx1">
                    <a:tint val="75000"/>
                  </a:schemeClr>
                </a:solidFill>
              </a:defRPr>
            </a:lvl8pPr>
            <a:lvl9pPr marL="16523873" indent="0" algn="ctr">
              <a:buNone/>
              <a:defRPr>
                <a:solidFill>
                  <a:schemeClr val="tx1">
                    <a:tint val="75000"/>
                  </a:schemeClr>
                </a:solidFill>
              </a:defRPr>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971BE341-FEBE-9003-46B0-B4B49F7EA31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3B60CCD-B906-E0B4-446E-69B215605D6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9B2D00E-6608-FE76-6717-7CEF631FA831}"/>
              </a:ext>
            </a:extLst>
          </p:cNvPr>
          <p:cNvSpPr>
            <a:spLocks noGrp="1"/>
          </p:cNvSpPr>
          <p:nvPr>
            <p:ph type="sldNum" sz="quarter" idx="12"/>
          </p:nvPr>
        </p:nvSpPr>
        <p:spPr/>
        <p:txBody>
          <a:bodyPr/>
          <a:lstStyle>
            <a:lvl1pPr>
              <a:defRPr/>
            </a:lvl1pPr>
          </a:lstStyle>
          <a:p>
            <a:pPr>
              <a:defRPr/>
            </a:pPr>
            <a:fld id="{4CC0B733-81BE-45E3-980C-E3D9AAA3B6CA}" type="slidenum">
              <a:rPr lang="en-US" altLang="en-US"/>
              <a:pPr>
                <a:defRPr/>
              </a:pPr>
              <a:t>‹#›</a:t>
            </a:fld>
            <a:endParaRPr lang="en-US" altLang="en-US"/>
          </a:p>
        </p:txBody>
      </p:sp>
    </p:spTree>
    <p:extLst>
      <p:ext uri="{BB962C8B-B14F-4D97-AF65-F5344CB8AC3E}">
        <p14:creationId xmlns:p14="http://schemas.microsoft.com/office/powerpoint/2010/main" val="103863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30C1339-5A07-A938-2881-37604528A99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5F4D750-490F-ED74-71B1-D0B2C8D445F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2D2C3D4-010B-9D40-F106-8141220F66CC}"/>
              </a:ext>
            </a:extLst>
          </p:cNvPr>
          <p:cNvSpPr>
            <a:spLocks noGrp="1"/>
          </p:cNvSpPr>
          <p:nvPr>
            <p:ph type="sldNum" sz="quarter" idx="12"/>
          </p:nvPr>
        </p:nvSpPr>
        <p:spPr/>
        <p:txBody>
          <a:bodyPr/>
          <a:lstStyle>
            <a:lvl1pPr>
              <a:defRPr/>
            </a:lvl1pPr>
          </a:lstStyle>
          <a:p>
            <a:pPr>
              <a:defRPr/>
            </a:pPr>
            <a:fld id="{75D6C9B4-253E-4F4C-9BB7-DC9DCED9B848}" type="slidenum">
              <a:rPr lang="en-US" altLang="en-US"/>
              <a:pPr>
                <a:defRPr/>
              </a:pPr>
              <a:t>‹#›</a:t>
            </a:fld>
            <a:endParaRPr lang="en-US" altLang="en-US"/>
          </a:p>
        </p:txBody>
      </p:sp>
    </p:spTree>
    <p:extLst>
      <p:ext uri="{BB962C8B-B14F-4D97-AF65-F5344CB8AC3E}">
        <p14:creationId xmlns:p14="http://schemas.microsoft.com/office/powerpoint/2010/main" val="534156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533" y="27505398"/>
            <a:ext cx="25733932" cy="8501303"/>
          </a:xfrm>
        </p:spPr>
        <p:txBody>
          <a:bodyPr anchor="t"/>
          <a:lstStyle>
            <a:lvl1pPr algn="r">
              <a:defRPr sz="18107" b="1" cap="all"/>
            </a:lvl1pPr>
          </a:lstStyle>
          <a:p>
            <a:r>
              <a:rPr lang="en-US"/>
              <a:t>Click to edit Master title style</a:t>
            </a:r>
            <a:endParaRPr lang="he-IL"/>
          </a:p>
        </p:txBody>
      </p:sp>
      <p:sp>
        <p:nvSpPr>
          <p:cNvPr id="3" name="Text Placeholder 2"/>
          <p:cNvSpPr>
            <a:spLocks noGrp="1"/>
          </p:cNvSpPr>
          <p:nvPr>
            <p:ph type="body" idx="1"/>
          </p:nvPr>
        </p:nvSpPr>
        <p:spPr>
          <a:xfrm>
            <a:off x="2391533" y="18142064"/>
            <a:ext cx="25733932" cy="9363320"/>
          </a:xfrm>
        </p:spPr>
        <p:txBody>
          <a:bodyPr anchor="b"/>
          <a:lstStyle>
            <a:lvl1pPr marL="0" indent="0">
              <a:buNone/>
              <a:defRPr sz="9004">
                <a:solidFill>
                  <a:schemeClr val="tx1">
                    <a:tint val="75000"/>
                  </a:schemeClr>
                </a:solidFill>
              </a:defRPr>
            </a:lvl1pPr>
            <a:lvl2pPr marL="2065481" indent="0">
              <a:buNone/>
              <a:defRPr sz="8114">
                <a:solidFill>
                  <a:schemeClr val="tx1">
                    <a:tint val="75000"/>
                  </a:schemeClr>
                </a:solidFill>
              </a:defRPr>
            </a:lvl2pPr>
            <a:lvl3pPr marL="4130970" indent="0">
              <a:buNone/>
              <a:defRPr sz="7223">
                <a:solidFill>
                  <a:schemeClr val="tx1">
                    <a:tint val="75000"/>
                  </a:schemeClr>
                </a:solidFill>
              </a:defRPr>
            </a:lvl3pPr>
            <a:lvl4pPr marL="6196452" indent="0">
              <a:buNone/>
              <a:defRPr sz="6333">
                <a:solidFill>
                  <a:schemeClr val="tx1">
                    <a:tint val="75000"/>
                  </a:schemeClr>
                </a:solidFill>
              </a:defRPr>
            </a:lvl4pPr>
            <a:lvl5pPr marL="8261931" indent="0">
              <a:buNone/>
              <a:defRPr sz="6333">
                <a:solidFill>
                  <a:schemeClr val="tx1">
                    <a:tint val="75000"/>
                  </a:schemeClr>
                </a:solidFill>
              </a:defRPr>
            </a:lvl5pPr>
            <a:lvl6pPr marL="10327421" indent="0">
              <a:buNone/>
              <a:defRPr sz="6333">
                <a:solidFill>
                  <a:schemeClr val="tx1">
                    <a:tint val="75000"/>
                  </a:schemeClr>
                </a:solidFill>
              </a:defRPr>
            </a:lvl6pPr>
            <a:lvl7pPr marL="12392902" indent="0">
              <a:buNone/>
              <a:defRPr sz="6333">
                <a:solidFill>
                  <a:schemeClr val="tx1">
                    <a:tint val="75000"/>
                  </a:schemeClr>
                </a:solidFill>
              </a:defRPr>
            </a:lvl7pPr>
            <a:lvl8pPr marL="14458383" indent="0">
              <a:buNone/>
              <a:defRPr sz="6333">
                <a:solidFill>
                  <a:schemeClr val="tx1">
                    <a:tint val="75000"/>
                  </a:schemeClr>
                </a:solidFill>
              </a:defRPr>
            </a:lvl8pPr>
            <a:lvl9pPr marL="16523873" indent="0">
              <a:buNone/>
              <a:defRPr sz="633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539512-4679-25DA-90B8-042633D3457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14823D3-2FCF-380F-D969-CDA686206C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973FF36-1782-B3D4-7DE7-4765F7586956}"/>
              </a:ext>
            </a:extLst>
          </p:cNvPr>
          <p:cNvSpPr>
            <a:spLocks noGrp="1"/>
          </p:cNvSpPr>
          <p:nvPr>
            <p:ph type="sldNum" sz="quarter" idx="12"/>
          </p:nvPr>
        </p:nvSpPr>
        <p:spPr/>
        <p:txBody>
          <a:bodyPr/>
          <a:lstStyle>
            <a:lvl1pPr>
              <a:defRPr/>
            </a:lvl1pPr>
          </a:lstStyle>
          <a:p>
            <a:pPr>
              <a:defRPr/>
            </a:pPr>
            <a:fld id="{1230A651-6A12-4840-AE19-36362C610708}" type="slidenum">
              <a:rPr lang="en-US" altLang="en-US"/>
              <a:pPr>
                <a:defRPr/>
              </a:pPr>
              <a:t>‹#›</a:t>
            </a:fld>
            <a:endParaRPr lang="en-US" altLang="en-US"/>
          </a:p>
        </p:txBody>
      </p:sp>
    </p:spTree>
    <p:extLst>
      <p:ext uri="{BB962C8B-B14F-4D97-AF65-F5344CB8AC3E}">
        <p14:creationId xmlns:p14="http://schemas.microsoft.com/office/powerpoint/2010/main" val="1410932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5014343" y="62342889"/>
            <a:ext cx="44860929" cy="176327723"/>
          </a:xfrm>
        </p:spPr>
        <p:txBody>
          <a:bodyPr/>
          <a:lstStyle>
            <a:lvl1pPr>
              <a:defRPr sz="12666"/>
            </a:lvl1pPr>
            <a:lvl2pPr>
              <a:defRPr sz="10884"/>
            </a:lvl2pPr>
            <a:lvl3pPr>
              <a:defRPr sz="9004"/>
            </a:lvl3pPr>
            <a:lvl4pPr>
              <a:defRPr sz="8114"/>
            </a:lvl4pPr>
            <a:lvl5pPr>
              <a:defRPr sz="8114"/>
            </a:lvl5pPr>
            <a:lvl6pPr>
              <a:defRPr sz="8114"/>
            </a:lvl6pPr>
            <a:lvl7pPr>
              <a:defRPr sz="8114"/>
            </a:lvl7pPr>
            <a:lvl8pPr>
              <a:defRPr sz="8114"/>
            </a:lvl8pPr>
            <a:lvl9pPr>
              <a:defRPr sz="81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50379849" y="62342889"/>
            <a:ext cx="44860925" cy="176327723"/>
          </a:xfrm>
        </p:spPr>
        <p:txBody>
          <a:bodyPr/>
          <a:lstStyle>
            <a:lvl1pPr>
              <a:defRPr sz="12666"/>
            </a:lvl1pPr>
            <a:lvl2pPr>
              <a:defRPr sz="10884"/>
            </a:lvl2pPr>
            <a:lvl3pPr>
              <a:defRPr sz="9004"/>
            </a:lvl3pPr>
            <a:lvl4pPr>
              <a:defRPr sz="8114"/>
            </a:lvl4pPr>
            <a:lvl5pPr>
              <a:defRPr sz="8114"/>
            </a:lvl5pPr>
            <a:lvl6pPr>
              <a:defRPr sz="8114"/>
            </a:lvl6pPr>
            <a:lvl7pPr>
              <a:defRPr sz="8114"/>
            </a:lvl7pPr>
            <a:lvl8pPr>
              <a:defRPr sz="8114"/>
            </a:lvl8pPr>
            <a:lvl9pPr>
              <a:defRPr sz="81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3">
            <a:extLst>
              <a:ext uri="{FF2B5EF4-FFF2-40B4-BE49-F238E27FC236}">
                <a16:creationId xmlns:a16="http://schemas.microsoft.com/office/drawing/2014/main" id="{D077E02A-FB8E-624A-3FED-93F5B2357C73}"/>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9DCE091-8713-BF5B-2003-126EAF55274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805F9B0-C9B4-603B-0E87-F36EFE997AFC}"/>
              </a:ext>
            </a:extLst>
          </p:cNvPr>
          <p:cNvSpPr>
            <a:spLocks noGrp="1"/>
          </p:cNvSpPr>
          <p:nvPr>
            <p:ph type="sldNum" sz="quarter" idx="12"/>
          </p:nvPr>
        </p:nvSpPr>
        <p:spPr/>
        <p:txBody>
          <a:bodyPr/>
          <a:lstStyle>
            <a:lvl1pPr>
              <a:defRPr/>
            </a:lvl1pPr>
          </a:lstStyle>
          <a:p>
            <a:pPr>
              <a:defRPr/>
            </a:pPr>
            <a:fld id="{15F1B7CD-1698-496B-A144-FEEFB0FEF11B}" type="slidenum">
              <a:rPr lang="en-US" altLang="en-US"/>
              <a:pPr>
                <a:defRPr/>
              </a:pPr>
              <a:t>‹#›</a:t>
            </a:fld>
            <a:endParaRPr lang="en-US" altLang="en-US"/>
          </a:p>
        </p:txBody>
      </p:sp>
    </p:spTree>
    <p:extLst>
      <p:ext uri="{BB962C8B-B14F-4D97-AF65-F5344CB8AC3E}">
        <p14:creationId xmlns:p14="http://schemas.microsoft.com/office/powerpoint/2010/main" val="1205899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762" y="1714135"/>
            <a:ext cx="27247692" cy="7133961"/>
          </a:xfrm>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1513761" y="9581309"/>
            <a:ext cx="13376810" cy="3993032"/>
          </a:xfrm>
        </p:spPr>
        <p:txBody>
          <a:bodyPr anchor="b"/>
          <a:lstStyle>
            <a:lvl1pPr marL="0" indent="0">
              <a:buNone/>
              <a:defRPr sz="10884" b="1"/>
            </a:lvl1pPr>
            <a:lvl2pPr marL="2065481" indent="0">
              <a:buNone/>
              <a:defRPr sz="9004" b="1"/>
            </a:lvl2pPr>
            <a:lvl3pPr marL="4130970" indent="0">
              <a:buNone/>
              <a:defRPr sz="8114" b="1"/>
            </a:lvl3pPr>
            <a:lvl4pPr marL="6196452" indent="0">
              <a:buNone/>
              <a:defRPr sz="7223" b="1"/>
            </a:lvl4pPr>
            <a:lvl5pPr marL="8261931" indent="0">
              <a:buNone/>
              <a:defRPr sz="7223" b="1"/>
            </a:lvl5pPr>
            <a:lvl6pPr marL="10327421" indent="0">
              <a:buNone/>
              <a:defRPr sz="7223" b="1"/>
            </a:lvl6pPr>
            <a:lvl7pPr marL="12392902" indent="0">
              <a:buNone/>
              <a:defRPr sz="7223" b="1"/>
            </a:lvl7pPr>
            <a:lvl8pPr marL="14458383" indent="0">
              <a:buNone/>
              <a:defRPr sz="7223" b="1"/>
            </a:lvl8pPr>
            <a:lvl9pPr marL="16523873" indent="0">
              <a:buNone/>
              <a:defRPr sz="7223" b="1"/>
            </a:lvl9pPr>
          </a:lstStyle>
          <a:p>
            <a:pPr lvl="0"/>
            <a:r>
              <a:rPr lang="en-US"/>
              <a:t>Click to edit Master text styles</a:t>
            </a:r>
          </a:p>
        </p:txBody>
      </p:sp>
      <p:sp>
        <p:nvSpPr>
          <p:cNvPr id="4" name="Content Placeholder 3"/>
          <p:cNvSpPr>
            <a:spLocks noGrp="1"/>
          </p:cNvSpPr>
          <p:nvPr>
            <p:ph sz="half" idx="2"/>
          </p:nvPr>
        </p:nvSpPr>
        <p:spPr>
          <a:xfrm>
            <a:off x="1513761" y="13574342"/>
            <a:ext cx="13376810" cy="24661708"/>
          </a:xfrm>
        </p:spPr>
        <p:txBody>
          <a:bodyPr/>
          <a:lstStyle>
            <a:lvl1pPr>
              <a:defRPr sz="10884"/>
            </a:lvl1pPr>
            <a:lvl2pPr>
              <a:defRPr sz="9004"/>
            </a:lvl2pPr>
            <a:lvl3pPr>
              <a:defRPr sz="8114"/>
            </a:lvl3pPr>
            <a:lvl4pPr>
              <a:defRPr sz="7223"/>
            </a:lvl4pPr>
            <a:lvl5pPr>
              <a:defRPr sz="7223"/>
            </a:lvl5pPr>
            <a:lvl6pPr>
              <a:defRPr sz="7223"/>
            </a:lvl6pPr>
            <a:lvl7pPr>
              <a:defRPr sz="7223"/>
            </a:lvl7pPr>
            <a:lvl8pPr>
              <a:defRPr sz="7223"/>
            </a:lvl8pPr>
            <a:lvl9pPr>
              <a:defRPr sz="7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15379391" y="9581309"/>
            <a:ext cx="13382065" cy="3993032"/>
          </a:xfrm>
        </p:spPr>
        <p:txBody>
          <a:bodyPr anchor="b"/>
          <a:lstStyle>
            <a:lvl1pPr marL="0" indent="0">
              <a:buNone/>
              <a:defRPr sz="10884" b="1"/>
            </a:lvl1pPr>
            <a:lvl2pPr marL="2065481" indent="0">
              <a:buNone/>
              <a:defRPr sz="9004" b="1"/>
            </a:lvl2pPr>
            <a:lvl3pPr marL="4130970" indent="0">
              <a:buNone/>
              <a:defRPr sz="8114" b="1"/>
            </a:lvl3pPr>
            <a:lvl4pPr marL="6196452" indent="0">
              <a:buNone/>
              <a:defRPr sz="7223" b="1"/>
            </a:lvl4pPr>
            <a:lvl5pPr marL="8261931" indent="0">
              <a:buNone/>
              <a:defRPr sz="7223" b="1"/>
            </a:lvl5pPr>
            <a:lvl6pPr marL="10327421" indent="0">
              <a:buNone/>
              <a:defRPr sz="7223" b="1"/>
            </a:lvl6pPr>
            <a:lvl7pPr marL="12392902" indent="0">
              <a:buNone/>
              <a:defRPr sz="7223" b="1"/>
            </a:lvl7pPr>
            <a:lvl8pPr marL="14458383" indent="0">
              <a:buNone/>
              <a:defRPr sz="7223" b="1"/>
            </a:lvl8pPr>
            <a:lvl9pPr marL="16523873" indent="0">
              <a:buNone/>
              <a:defRPr sz="7223" b="1"/>
            </a:lvl9pPr>
          </a:lstStyle>
          <a:p>
            <a:pPr lvl="0"/>
            <a:r>
              <a:rPr lang="en-US"/>
              <a:t>Click to edit Master text styles</a:t>
            </a:r>
          </a:p>
        </p:txBody>
      </p:sp>
      <p:sp>
        <p:nvSpPr>
          <p:cNvPr id="6" name="Content Placeholder 5"/>
          <p:cNvSpPr>
            <a:spLocks noGrp="1"/>
          </p:cNvSpPr>
          <p:nvPr>
            <p:ph sz="quarter" idx="4"/>
          </p:nvPr>
        </p:nvSpPr>
        <p:spPr>
          <a:xfrm>
            <a:off x="15379391" y="13574342"/>
            <a:ext cx="13382065" cy="24661708"/>
          </a:xfrm>
        </p:spPr>
        <p:txBody>
          <a:bodyPr/>
          <a:lstStyle>
            <a:lvl1pPr>
              <a:defRPr sz="10884"/>
            </a:lvl1pPr>
            <a:lvl2pPr>
              <a:defRPr sz="9004"/>
            </a:lvl2pPr>
            <a:lvl3pPr>
              <a:defRPr sz="8114"/>
            </a:lvl3pPr>
            <a:lvl4pPr>
              <a:defRPr sz="7223"/>
            </a:lvl4pPr>
            <a:lvl5pPr>
              <a:defRPr sz="7223"/>
            </a:lvl5pPr>
            <a:lvl6pPr>
              <a:defRPr sz="7223"/>
            </a:lvl6pPr>
            <a:lvl7pPr>
              <a:defRPr sz="7223"/>
            </a:lvl7pPr>
            <a:lvl8pPr>
              <a:defRPr sz="7223"/>
            </a:lvl8pPr>
            <a:lvl9pPr>
              <a:defRPr sz="7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3">
            <a:extLst>
              <a:ext uri="{FF2B5EF4-FFF2-40B4-BE49-F238E27FC236}">
                <a16:creationId xmlns:a16="http://schemas.microsoft.com/office/drawing/2014/main" id="{9E995589-2403-32CC-2890-8E668DE1ED1C}"/>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DABB5D3E-CA2C-5416-DAB2-6576F1BB4B9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CD7EA63-32FD-5083-9695-50B40AF54FD3}"/>
              </a:ext>
            </a:extLst>
          </p:cNvPr>
          <p:cNvSpPr>
            <a:spLocks noGrp="1"/>
          </p:cNvSpPr>
          <p:nvPr>
            <p:ph type="sldNum" sz="quarter" idx="12"/>
          </p:nvPr>
        </p:nvSpPr>
        <p:spPr/>
        <p:txBody>
          <a:bodyPr/>
          <a:lstStyle>
            <a:lvl1pPr>
              <a:defRPr/>
            </a:lvl1pPr>
          </a:lstStyle>
          <a:p>
            <a:pPr>
              <a:defRPr/>
            </a:pPr>
            <a:fld id="{2FC391FB-A878-48EC-B327-9B2043EE5173}" type="slidenum">
              <a:rPr lang="en-US" altLang="en-US"/>
              <a:pPr>
                <a:defRPr/>
              </a:pPr>
              <a:t>‹#›</a:t>
            </a:fld>
            <a:endParaRPr lang="en-US" altLang="en-US"/>
          </a:p>
        </p:txBody>
      </p:sp>
    </p:spTree>
    <p:extLst>
      <p:ext uri="{BB962C8B-B14F-4D97-AF65-F5344CB8AC3E}">
        <p14:creationId xmlns:p14="http://schemas.microsoft.com/office/powerpoint/2010/main" val="1741220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Date Placeholder 3">
            <a:extLst>
              <a:ext uri="{FF2B5EF4-FFF2-40B4-BE49-F238E27FC236}">
                <a16:creationId xmlns:a16="http://schemas.microsoft.com/office/drawing/2014/main" id="{6C0306DF-31D3-ADF5-7BBE-65FBF3F798A9}"/>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A42BFD91-7DE0-0856-4422-8B4B028F8CC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95BB28B-5A9E-1957-17EE-E8F743774453}"/>
              </a:ext>
            </a:extLst>
          </p:cNvPr>
          <p:cNvSpPr>
            <a:spLocks noGrp="1"/>
          </p:cNvSpPr>
          <p:nvPr>
            <p:ph type="sldNum" sz="quarter" idx="12"/>
          </p:nvPr>
        </p:nvSpPr>
        <p:spPr/>
        <p:txBody>
          <a:bodyPr/>
          <a:lstStyle>
            <a:lvl1pPr>
              <a:defRPr/>
            </a:lvl1pPr>
          </a:lstStyle>
          <a:p>
            <a:pPr>
              <a:defRPr/>
            </a:pPr>
            <a:fld id="{ADCEE350-9D99-4744-89F5-2904108348BA}" type="slidenum">
              <a:rPr lang="en-US" altLang="en-US"/>
              <a:pPr>
                <a:defRPr/>
              </a:pPr>
              <a:t>‹#›</a:t>
            </a:fld>
            <a:endParaRPr lang="en-US" altLang="en-US"/>
          </a:p>
        </p:txBody>
      </p:sp>
    </p:spTree>
    <p:extLst>
      <p:ext uri="{BB962C8B-B14F-4D97-AF65-F5344CB8AC3E}">
        <p14:creationId xmlns:p14="http://schemas.microsoft.com/office/powerpoint/2010/main" val="375586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326BD1C-16DF-D7AD-8C87-30A01634F91A}"/>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83CC90B4-47B5-AB6F-2710-D71A4A44629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95E862E-EEED-749B-37D6-85FBD88CE7CE}"/>
              </a:ext>
            </a:extLst>
          </p:cNvPr>
          <p:cNvSpPr>
            <a:spLocks noGrp="1"/>
          </p:cNvSpPr>
          <p:nvPr>
            <p:ph type="sldNum" sz="quarter" idx="12"/>
          </p:nvPr>
        </p:nvSpPr>
        <p:spPr/>
        <p:txBody>
          <a:bodyPr/>
          <a:lstStyle>
            <a:lvl1pPr>
              <a:defRPr/>
            </a:lvl1pPr>
          </a:lstStyle>
          <a:p>
            <a:pPr>
              <a:defRPr/>
            </a:pPr>
            <a:fld id="{8BF9ED04-5EC0-446B-8F06-2438BABFAA7D}" type="slidenum">
              <a:rPr lang="en-US" altLang="en-US"/>
              <a:pPr>
                <a:defRPr/>
              </a:pPr>
              <a:t>‹#›</a:t>
            </a:fld>
            <a:endParaRPr lang="en-US" altLang="en-US"/>
          </a:p>
        </p:txBody>
      </p:sp>
    </p:spTree>
    <p:extLst>
      <p:ext uri="{BB962C8B-B14F-4D97-AF65-F5344CB8AC3E}">
        <p14:creationId xmlns:p14="http://schemas.microsoft.com/office/powerpoint/2010/main" val="469190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770" y="1704225"/>
            <a:ext cx="9960336" cy="7252860"/>
          </a:xfrm>
        </p:spPr>
        <p:txBody>
          <a:bodyPr anchor="b"/>
          <a:lstStyle>
            <a:lvl1pPr algn="r">
              <a:defRPr sz="9004" b="1"/>
            </a:lvl1pPr>
          </a:lstStyle>
          <a:p>
            <a:r>
              <a:rPr lang="en-US"/>
              <a:t>Click to edit Master title style</a:t>
            </a:r>
            <a:endParaRPr lang="he-IL"/>
          </a:p>
        </p:txBody>
      </p:sp>
      <p:sp>
        <p:nvSpPr>
          <p:cNvPr id="3" name="Content Placeholder 2"/>
          <p:cNvSpPr>
            <a:spLocks noGrp="1"/>
          </p:cNvSpPr>
          <p:nvPr>
            <p:ph idx="1"/>
          </p:nvPr>
        </p:nvSpPr>
        <p:spPr>
          <a:xfrm>
            <a:off x="11836769" y="1704240"/>
            <a:ext cx="16924685" cy="36531826"/>
          </a:xfrm>
        </p:spPr>
        <p:txBody>
          <a:bodyPr/>
          <a:lstStyle>
            <a:lvl1pPr>
              <a:defRPr sz="14447"/>
            </a:lvl1pPr>
            <a:lvl2pPr>
              <a:defRPr sz="12666"/>
            </a:lvl2pPr>
            <a:lvl3pPr>
              <a:defRPr sz="10884"/>
            </a:lvl3pPr>
            <a:lvl4pPr>
              <a:defRPr sz="9004"/>
            </a:lvl4pPr>
            <a:lvl5pPr>
              <a:defRPr sz="9004"/>
            </a:lvl5pPr>
            <a:lvl6pPr>
              <a:defRPr sz="9004"/>
            </a:lvl6pPr>
            <a:lvl7pPr>
              <a:defRPr sz="9004"/>
            </a:lvl7pPr>
            <a:lvl8pPr>
              <a:defRPr sz="9004"/>
            </a:lvl8pPr>
            <a:lvl9pPr>
              <a:defRPr sz="900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1513770" y="8957101"/>
            <a:ext cx="9960336" cy="29278966"/>
          </a:xfrm>
        </p:spPr>
        <p:txBody>
          <a:bodyPr/>
          <a:lstStyle>
            <a:lvl1pPr marL="0" indent="0">
              <a:buNone/>
              <a:defRPr sz="6333"/>
            </a:lvl1pPr>
            <a:lvl2pPr marL="2065481" indent="0">
              <a:buNone/>
              <a:defRPr sz="5443"/>
            </a:lvl2pPr>
            <a:lvl3pPr marL="4130970" indent="0">
              <a:buNone/>
              <a:defRPr sz="4552"/>
            </a:lvl3pPr>
            <a:lvl4pPr marL="6196452" indent="0">
              <a:buNone/>
              <a:defRPr sz="4057"/>
            </a:lvl4pPr>
            <a:lvl5pPr marL="8261931" indent="0">
              <a:buNone/>
              <a:defRPr sz="4057"/>
            </a:lvl5pPr>
            <a:lvl6pPr marL="10327421" indent="0">
              <a:buNone/>
              <a:defRPr sz="4057"/>
            </a:lvl6pPr>
            <a:lvl7pPr marL="12392902" indent="0">
              <a:buNone/>
              <a:defRPr sz="4057"/>
            </a:lvl7pPr>
            <a:lvl8pPr marL="14458383" indent="0">
              <a:buNone/>
              <a:defRPr sz="4057"/>
            </a:lvl8pPr>
            <a:lvl9pPr marL="16523873" indent="0">
              <a:buNone/>
              <a:defRPr sz="4057"/>
            </a:lvl9pPr>
          </a:lstStyle>
          <a:p>
            <a:pPr lvl="0"/>
            <a:r>
              <a:rPr lang="en-US"/>
              <a:t>Click to edit Master text styles</a:t>
            </a:r>
          </a:p>
        </p:txBody>
      </p:sp>
      <p:sp>
        <p:nvSpPr>
          <p:cNvPr id="5" name="Date Placeholder 3">
            <a:extLst>
              <a:ext uri="{FF2B5EF4-FFF2-40B4-BE49-F238E27FC236}">
                <a16:creationId xmlns:a16="http://schemas.microsoft.com/office/drawing/2014/main" id="{10A05688-922C-9485-3117-B29EB2AEB2BA}"/>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97547CC-C07F-3D09-5B44-409773B4BA7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93B9D0D-ED9E-6859-6A1E-F031D9D95CDE}"/>
              </a:ext>
            </a:extLst>
          </p:cNvPr>
          <p:cNvSpPr>
            <a:spLocks noGrp="1"/>
          </p:cNvSpPr>
          <p:nvPr>
            <p:ph type="sldNum" sz="quarter" idx="12"/>
          </p:nvPr>
        </p:nvSpPr>
        <p:spPr/>
        <p:txBody>
          <a:bodyPr/>
          <a:lstStyle>
            <a:lvl1pPr>
              <a:defRPr/>
            </a:lvl1pPr>
          </a:lstStyle>
          <a:p>
            <a:pPr>
              <a:defRPr/>
            </a:pPr>
            <a:fld id="{8653E8EA-DA43-4B73-AD35-9222A67C5D21}" type="slidenum">
              <a:rPr lang="en-US" altLang="en-US"/>
              <a:pPr>
                <a:defRPr/>
              </a:pPr>
              <a:t>‹#›</a:t>
            </a:fld>
            <a:endParaRPr lang="en-US" altLang="en-US"/>
          </a:p>
        </p:txBody>
      </p:sp>
    </p:spTree>
    <p:extLst>
      <p:ext uri="{BB962C8B-B14F-4D97-AF65-F5344CB8AC3E}">
        <p14:creationId xmlns:p14="http://schemas.microsoft.com/office/powerpoint/2010/main" val="4178052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155" y="29962634"/>
            <a:ext cx="18165128" cy="3537259"/>
          </a:xfrm>
        </p:spPr>
        <p:txBody>
          <a:bodyPr anchor="b"/>
          <a:lstStyle>
            <a:lvl1pPr algn="r">
              <a:defRPr sz="9004" b="1"/>
            </a:lvl1pPr>
          </a:lstStyle>
          <a:p>
            <a:r>
              <a:rPr lang="en-US"/>
              <a:t>Click to edit Master title style</a:t>
            </a:r>
            <a:endParaRPr lang="he-IL"/>
          </a:p>
        </p:txBody>
      </p:sp>
      <p:sp>
        <p:nvSpPr>
          <p:cNvPr id="3" name="Picture Placeholder 2"/>
          <p:cNvSpPr>
            <a:spLocks noGrp="1"/>
          </p:cNvSpPr>
          <p:nvPr>
            <p:ph type="pic" idx="1"/>
          </p:nvPr>
        </p:nvSpPr>
        <p:spPr>
          <a:xfrm>
            <a:off x="5934155" y="3824598"/>
            <a:ext cx="18165128" cy="25682258"/>
          </a:xfrm>
        </p:spPr>
        <p:txBody>
          <a:bodyPr rtlCol="1">
            <a:normAutofit/>
          </a:bodyPr>
          <a:lstStyle>
            <a:lvl1pPr marL="0" indent="0">
              <a:buNone/>
              <a:defRPr sz="14447"/>
            </a:lvl1pPr>
            <a:lvl2pPr marL="2065481" indent="0">
              <a:buNone/>
              <a:defRPr sz="12666"/>
            </a:lvl2pPr>
            <a:lvl3pPr marL="4130970" indent="0">
              <a:buNone/>
              <a:defRPr sz="10884"/>
            </a:lvl3pPr>
            <a:lvl4pPr marL="6196452" indent="0">
              <a:buNone/>
              <a:defRPr sz="9004"/>
            </a:lvl4pPr>
            <a:lvl5pPr marL="8261931" indent="0">
              <a:buNone/>
              <a:defRPr sz="9004"/>
            </a:lvl5pPr>
            <a:lvl6pPr marL="10327421" indent="0">
              <a:buNone/>
              <a:defRPr sz="9004"/>
            </a:lvl6pPr>
            <a:lvl7pPr marL="12392902" indent="0">
              <a:buNone/>
              <a:defRPr sz="9004"/>
            </a:lvl7pPr>
            <a:lvl8pPr marL="14458383" indent="0">
              <a:buNone/>
              <a:defRPr sz="9004"/>
            </a:lvl8pPr>
            <a:lvl9pPr marL="16523873" indent="0">
              <a:buNone/>
              <a:defRPr sz="9004"/>
            </a:lvl9pPr>
          </a:lstStyle>
          <a:p>
            <a:pPr lvl="0"/>
            <a:endParaRPr lang="he-IL" noProof="0"/>
          </a:p>
        </p:txBody>
      </p:sp>
      <p:sp>
        <p:nvSpPr>
          <p:cNvPr id="4" name="Text Placeholder 3"/>
          <p:cNvSpPr>
            <a:spLocks noGrp="1"/>
          </p:cNvSpPr>
          <p:nvPr>
            <p:ph type="body" sz="half" idx="2"/>
          </p:nvPr>
        </p:nvSpPr>
        <p:spPr>
          <a:xfrm>
            <a:off x="5934155" y="33499893"/>
            <a:ext cx="18165128" cy="5023495"/>
          </a:xfrm>
        </p:spPr>
        <p:txBody>
          <a:bodyPr/>
          <a:lstStyle>
            <a:lvl1pPr marL="0" indent="0">
              <a:buNone/>
              <a:defRPr sz="6333"/>
            </a:lvl1pPr>
            <a:lvl2pPr marL="2065481" indent="0">
              <a:buNone/>
              <a:defRPr sz="5443"/>
            </a:lvl2pPr>
            <a:lvl3pPr marL="4130970" indent="0">
              <a:buNone/>
              <a:defRPr sz="4552"/>
            </a:lvl3pPr>
            <a:lvl4pPr marL="6196452" indent="0">
              <a:buNone/>
              <a:defRPr sz="4057"/>
            </a:lvl4pPr>
            <a:lvl5pPr marL="8261931" indent="0">
              <a:buNone/>
              <a:defRPr sz="4057"/>
            </a:lvl5pPr>
            <a:lvl6pPr marL="10327421" indent="0">
              <a:buNone/>
              <a:defRPr sz="4057"/>
            </a:lvl6pPr>
            <a:lvl7pPr marL="12392902" indent="0">
              <a:buNone/>
              <a:defRPr sz="4057"/>
            </a:lvl7pPr>
            <a:lvl8pPr marL="14458383" indent="0">
              <a:buNone/>
              <a:defRPr sz="4057"/>
            </a:lvl8pPr>
            <a:lvl9pPr marL="16523873" indent="0">
              <a:buNone/>
              <a:defRPr sz="4057"/>
            </a:lvl9pPr>
          </a:lstStyle>
          <a:p>
            <a:pPr lvl="0"/>
            <a:r>
              <a:rPr lang="en-US"/>
              <a:t>Click to edit Master text styles</a:t>
            </a:r>
          </a:p>
        </p:txBody>
      </p:sp>
      <p:sp>
        <p:nvSpPr>
          <p:cNvPr id="5" name="Date Placeholder 3">
            <a:extLst>
              <a:ext uri="{FF2B5EF4-FFF2-40B4-BE49-F238E27FC236}">
                <a16:creationId xmlns:a16="http://schemas.microsoft.com/office/drawing/2014/main" id="{F52E10ED-135E-5250-F952-710DA18AC903}"/>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345528E6-8D9A-D998-BD4A-9DE4D0F8DD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BEF82AD-8967-1CD0-166C-A1059BF1F9EE}"/>
              </a:ext>
            </a:extLst>
          </p:cNvPr>
          <p:cNvSpPr>
            <a:spLocks noGrp="1"/>
          </p:cNvSpPr>
          <p:nvPr>
            <p:ph type="sldNum" sz="quarter" idx="12"/>
          </p:nvPr>
        </p:nvSpPr>
        <p:spPr/>
        <p:txBody>
          <a:bodyPr/>
          <a:lstStyle>
            <a:lvl1pPr>
              <a:defRPr/>
            </a:lvl1pPr>
          </a:lstStyle>
          <a:p>
            <a:pPr>
              <a:defRPr/>
            </a:pPr>
            <a:fld id="{1DC0C761-C313-42FA-A3D9-8AC5111833F1}" type="slidenum">
              <a:rPr lang="en-US" altLang="en-US"/>
              <a:pPr>
                <a:defRPr/>
              </a:pPr>
              <a:t>‹#›</a:t>
            </a:fld>
            <a:endParaRPr lang="en-US" altLang="en-US"/>
          </a:p>
        </p:txBody>
      </p:sp>
    </p:spTree>
    <p:extLst>
      <p:ext uri="{BB962C8B-B14F-4D97-AF65-F5344CB8AC3E}">
        <p14:creationId xmlns:p14="http://schemas.microsoft.com/office/powerpoint/2010/main" val="2452875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5608555-4815-D5BD-BFCA-17733AA2BA9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D0637AA-FAC4-5710-CA7F-EE7DA00C130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45AD498-5D80-F44E-397E-66D498AF585B}"/>
              </a:ext>
            </a:extLst>
          </p:cNvPr>
          <p:cNvSpPr>
            <a:spLocks noGrp="1"/>
          </p:cNvSpPr>
          <p:nvPr>
            <p:ph type="sldNum" sz="quarter" idx="12"/>
          </p:nvPr>
        </p:nvSpPr>
        <p:spPr/>
        <p:txBody>
          <a:bodyPr/>
          <a:lstStyle>
            <a:lvl1pPr>
              <a:defRPr/>
            </a:lvl1pPr>
          </a:lstStyle>
          <a:p>
            <a:pPr>
              <a:defRPr/>
            </a:pPr>
            <a:fld id="{A467DAD3-DED7-44CA-BBB1-5DF1B22833F6}" type="slidenum">
              <a:rPr lang="en-US" altLang="en-US"/>
              <a:pPr>
                <a:defRPr/>
              </a:pPr>
              <a:t>‹#›</a:t>
            </a:fld>
            <a:endParaRPr lang="en-US" altLang="en-US"/>
          </a:p>
        </p:txBody>
      </p:sp>
    </p:spTree>
    <p:extLst>
      <p:ext uri="{BB962C8B-B14F-4D97-AF65-F5344CB8AC3E}">
        <p14:creationId xmlns:p14="http://schemas.microsoft.com/office/powerpoint/2010/main" val="253719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686794" y="10700941"/>
            <a:ext cx="22553981" cy="227969671"/>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5014340" y="10700941"/>
            <a:ext cx="67167875" cy="2279696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573C271B-EFCF-25AF-BAFA-60F5939930F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5ECA6AB-D123-23C1-D947-9ECF8F64FD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A8CD8EE-BF2F-2974-BC7B-A42E50C05FD9}"/>
              </a:ext>
            </a:extLst>
          </p:cNvPr>
          <p:cNvSpPr>
            <a:spLocks noGrp="1"/>
          </p:cNvSpPr>
          <p:nvPr>
            <p:ph type="sldNum" sz="quarter" idx="12"/>
          </p:nvPr>
        </p:nvSpPr>
        <p:spPr/>
        <p:txBody>
          <a:bodyPr/>
          <a:lstStyle>
            <a:lvl1pPr>
              <a:defRPr/>
            </a:lvl1pPr>
          </a:lstStyle>
          <a:p>
            <a:pPr>
              <a:defRPr/>
            </a:pPr>
            <a:fld id="{A43161A5-AFB3-4079-A664-E3C63ECE41AE}" type="slidenum">
              <a:rPr lang="en-US" altLang="en-US"/>
              <a:pPr>
                <a:defRPr/>
              </a:pPr>
              <a:t>‹#›</a:t>
            </a:fld>
            <a:endParaRPr lang="en-US" altLang="en-US"/>
          </a:p>
        </p:txBody>
      </p:sp>
    </p:spTree>
    <p:extLst>
      <p:ext uri="{BB962C8B-B14F-4D97-AF65-F5344CB8AC3E}">
        <p14:creationId xmlns:p14="http://schemas.microsoft.com/office/powerpoint/2010/main" val="304726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71A328C-305E-571D-3EF8-9B9116AD5DD6}"/>
              </a:ext>
            </a:extLst>
          </p:cNvPr>
          <p:cNvSpPr>
            <a:spLocks noGrp="1"/>
          </p:cNvSpPr>
          <p:nvPr>
            <p:ph type="title"/>
          </p:nvPr>
        </p:nvSpPr>
        <p:spPr bwMode="auto">
          <a:xfrm>
            <a:off x="1514333" y="1713888"/>
            <a:ext cx="27246547" cy="713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79" tIns="208739" rIns="417479" bIns="208739" numCol="1" anchor="ctr" anchorCtr="0" compatLnSpc="1">
            <a:prstTxWarp prst="textNoShape">
              <a:avLst/>
            </a:prstTxWarp>
          </a:bodyPr>
          <a:lstStyle/>
          <a:p>
            <a:pPr lvl="0"/>
            <a:r>
              <a:rPr lang="en-US" altLang="he-IL"/>
              <a:t>Click to edit Master title style</a:t>
            </a:r>
          </a:p>
        </p:txBody>
      </p:sp>
      <p:sp>
        <p:nvSpPr>
          <p:cNvPr id="1027" name="Text Placeholder 2">
            <a:extLst>
              <a:ext uri="{FF2B5EF4-FFF2-40B4-BE49-F238E27FC236}">
                <a16:creationId xmlns:a16="http://schemas.microsoft.com/office/drawing/2014/main" id="{AEA09A6B-6F34-2B52-062A-3BB2DDA7695A}"/>
              </a:ext>
            </a:extLst>
          </p:cNvPr>
          <p:cNvSpPr>
            <a:spLocks noGrp="1"/>
          </p:cNvSpPr>
          <p:nvPr>
            <p:ph type="body" idx="1"/>
          </p:nvPr>
        </p:nvSpPr>
        <p:spPr bwMode="auto">
          <a:xfrm>
            <a:off x="1514333" y="9986980"/>
            <a:ext cx="27246547" cy="2824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79" tIns="208739" rIns="417479" bIns="208739" numCol="1" anchor="t" anchorCtr="0" compatLnSpc="1">
            <a:prstTxWarp prst="textNoShape">
              <a:avLst/>
            </a:prstTxWarp>
          </a:bodyPr>
          <a:lstStyle/>
          <a:p>
            <a:pPr lvl="0"/>
            <a:r>
              <a:rPr lang="en-US" altLang="he-IL"/>
              <a:t>Click to edit Master text styles</a:t>
            </a:r>
          </a:p>
          <a:p>
            <a:pPr lvl="1"/>
            <a:r>
              <a:rPr lang="en-US" altLang="he-IL"/>
              <a:t>Second level</a:t>
            </a:r>
          </a:p>
          <a:p>
            <a:pPr lvl="2"/>
            <a:r>
              <a:rPr lang="en-US" altLang="he-IL"/>
              <a:t>Third level</a:t>
            </a:r>
          </a:p>
          <a:p>
            <a:pPr lvl="3"/>
            <a:r>
              <a:rPr lang="en-US" altLang="he-IL"/>
              <a:t>Fourth level</a:t>
            </a:r>
          </a:p>
          <a:p>
            <a:pPr lvl="4"/>
            <a:r>
              <a:rPr lang="en-US" altLang="he-IL"/>
              <a:t>Fifth level</a:t>
            </a:r>
          </a:p>
        </p:txBody>
      </p:sp>
      <p:sp>
        <p:nvSpPr>
          <p:cNvPr id="4" name="Date Placeholder 3">
            <a:extLst>
              <a:ext uri="{FF2B5EF4-FFF2-40B4-BE49-F238E27FC236}">
                <a16:creationId xmlns:a16="http://schemas.microsoft.com/office/drawing/2014/main" id="{1F6998D1-2062-B2DC-E39B-86D937009280}"/>
              </a:ext>
            </a:extLst>
          </p:cNvPr>
          <p:cNvSpPr>
            <a:spLocks noGrp="1"/>
          </p:cNvSpPr>
          <p:nvPr>
            <p:ph type="dt" sz="half" idx="2"/>
          </p:nvPr>
        </p:nvSpPr>
        <p:spPr>
          <a:xfrm>
            <a:off x="21698444" y="39672333"/>
            <a:ext cx="7062436" cy="2278262"/>
          </a:xfrm>
          <a:prstGeom prst="rect">
            <a:avLst/>
          </a:prstGeom>
        </p:spPr>
        <p:txBody>
          <a:bodyPr vert="horz" lIns="417479" tIns="208739" rIns="417479" bIns="208739" rtlCol="1" anchor="ctr"/>
          <a:lstStyle>
            <a:lvl1pPr algn="r" eaLnBrk="1" hangingPunct="1">
              <a:defRPr sz="5443">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6F703DBC-F029-C81F-0C9E-43E5A736345B}"/>
              </a:ext>
            </a:extLst>
          </p:cNvPr>
          <p:cNvSpPr>
            <a:spLocks noGrp="1"/>
          </p:cNvSpPr>
          <p:nvPr>
            <p:ph type="ftr" sz="quarter" idx="3"/>
          </p:nvPr>
        </p:nvSpPr>
        <p:spPr>
          <a:xfrm>
            <a:off x="10344762" y="39672333"/>
            <a:ext cx="9585689" cy="2278262"/>
          </a:xfrm>
          <a:prstGeom prst="rect">
            <a:avLst/>
          </a:prstGeom>
        </p:spPr>
        <p:txBody>
          <a:bodyPr vert="horz" lIns="417479" tIns="208739" rIns="417479" bIns="208739" rtlCol="1" anchor="ctr"/>
          <a:lstStyle>
            <a:lvl1pPr algn="ctr" eaLnBrk="1" hangingPunct="1">
              <a:defRPr sz="5443">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F3956436-3C1F-0C70-7317-36408BD2058A}"/>
              </a:ext>
            </a:extLst>
          </p:cNvPr>
          <p:cNvSpPr>
            <a:spLocks noGrp="1"/>
          </p:cNvSpPr>
          <p:nvPr>
            <p:ph type="sldNum" sz="quarter" idx="4"/>
          </p:nvPr>
        </p:nvSpPr>
        <p:spPr>
          <a:xfrm>
            <a:off x="1514333" y="39672333"/>
            <a:ext cx="7062438" cy="2278262"/>
          </a:xfrm>
          <a:prstGeom prst="rect">
            <a:avLst/>
          </a:prstGeom>
        </p:spPr>
        <p:txBody>
          <a:bodyPr vert="horz" wrap="square" lIns="417479" tIns="208739" rIns="417479" bIns="208739" numCol="1" anchor="ctr" anchorCtr="0" compatLnSpc="1">
            <a:prstTxWarp prst="textNoShape">
              <a:avLst/>
            </a:prstTxWarp>
          </a:bodyPr>
          <a:lstStyle>
            <a:lvl1pPr eaLnBrk="1" hangingPunct="1">
              <a:defRPr sz="5351">
                <a:solidFill>
                  <a:srgbClr val="898989"/>
                </a:solidFill>
              </a:defRPr>
            </a:lvl1pPr>
          </a:lstStyle>
          <a:p>
            <a:pPr>
              <a:defRPr/>
            </a:pPr>
            <a:fld id="{F94D3B72-C845-4A03-B06A-C02F5B0C5E6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128115" rtl="1" eaLnBrk="0" fontAlgn="base" hangingPunct="0">
        <a:spcBef>
          <a:spcPct val="0"/>
        </a:spcBef>
        <a:spcAft>
          <a:spcPct val="0"/>
        </a:spcAft>
        <a:defRPr sz="19857" kern="1200">
          <a:solidFill>
            <a:schemeClr val="tx1"/>
          </a:solidFill>
          <a:latin typeface="+mj-lt"/>
          <a:ea typeface="+mj-ea"/>
          <a:cs typeface="+mj-cs"/>
        </a:defRPr>
      </a:lvl1pPr>
      <a:lvl2pPr algn="ctr" defTabSz="4128115" rtl="1" eaLnBrk="0" fontAlgn="base" hangingPunct="0">
        <a:spcBef>
          <a:spcPct val="0"/>
        </a:spcBef>
        <a:spcAft>
          <a:spcPct val="0"/>
        </a:spcAft>
        <a:defRPr sz="19857">
          <a:solidFill>
            <a:schemeClr val="tx1"/>
          </a:solidFill>
          <a:latin typeface="Calibri" pitchFamily="34" charset="0"/>
        </a:defRPr>
      </a:lvl2pPr>
      <a:lvl3pPr algn="ctr" defTabSz="4128115" rtl="1" eaLnBrk="0" fontAlgn="base" hangingPunct="0">
        <a:spcBef>
          <a:spcPct val="0"/>
        </a:spcBef>
        <a:spcAft>
          <a:spcPct val="0"/>
        </a:spcAft>
        <a:defRPr sz="19857">
          <a:solidFill>
            <a:schemeClr val="tx1"/>
          </a:solidFill>
          <a:latin typeface="Calibri" pitchFamily="34" charset="0"/>
        </a:defRPr>
      </a:lvl3pPr>
      <a:lvl4pPr algn="ctr" defTabSz="4128115" rtl="1" eaLnBrk="0" fontAlgn="base" hangingPunct="0">
        <a:spcBef>
          <a:spcPct val="0"/>
        </a:spcBef>
        <a:spcAft>
          <a:spcPct val="0"/>
        </a:spcAft>
        <a:defRPr sz="19857">
          <a:solidFill>
            <a:schemeClr val="tx1"/>
          </a:solidFill>
          <a:latin typeface="Calibri" pitchFamily="34" charset="0"/>
        </a:defRPr>
      </a:lvl4pPr>
      <a:lvl5pPr algn="ctr" defTabSz="4128115" rtl="1" eaLnBrk="0" fontAlgn="base" hangingPunct="0">
        <a:spcBef>
          <a:spcPct val="0"/>
        </a:spcBef>
        <a:spcAft>
          <a:spcPct val="0"/>
        </a:spcAft>
        <a:defRPr sz="19857">
          <a:solidFill>
            <a:schemeClr val="tx1"/>
          </a:solidFill>
          <a:latin typeface="Calibri" pitchFamily="34" charset="0"/>
        </a:defRPr>
      </a:lvl5pPr>
      <a:lvl6pPr marL="452401" algn="ctr" defTabSz="4129725" rtl="1" fontAlgn="base">
        <a:spcBef>
          <a:spcPct val="0"/>
        </a:spcBef>
        <a:spcAft>
          <a:spcPct val="0"/>
        </a:spcAft>
        <a:defRPr sz="19889">
          <a:solidFill>
            <a:schemeClr val="tx1"/>
          </a:solidFill>
          <a:latin typeface="Calibri" pitchFamily="34" charset="0"/>
        </a:defRPr>
      </a:lvl6pPr>
      <a:lvl7pPr marL="904802" algn="ctr" defTabSz="4129725" rtl="1" fontAlgn="base">
        <a:spcBef>
          <a:spcPct val="0"/>
        </a:spcBef>
        <a:spcAft>
          <a:spcPct val="0"/>
        </a:spcAft>
        <a:defRPr sz="19889">
          <a:solidFill>
            <a:schemeClr val="tx1"/>
          </a:solidFill>
          <a:latin typeface="Calibri" pitchFamily="34" charset="0"/>
        </a:defRPr>
      </a:lvl7pPr>
      <a:lvl8pPr marL="1357203" algn="ctr" defTabSz="4129725" rtl="1" fontAlgn="base">
        <a:spcBef>
          <a:spcPct val="0"/>
        </a:spcBef>
        <a:spcAft>
          <a:spcPct val="0"/>
        </a:spcAft>
        <a:defRPr sz="19889">
          <a:solidFill>
            <a:schemeClr val="tx1"/>
          </a:solidFill>
          <a:latin typeface="Calibri" pitchFamily="34" charset="0"/>
        </a:defRPr>
      </a:lvl8pPr>
      <a:lvl9pPr marL="1809602" algn="ctr" defTabSz="4129725" rtl="1" fontAlgn="base">
        <a:spcBef>
          <a:spcPct val="0"/>
        </a:spcBef>
        <a:spcAft>
          <a:spcPct val="0"/>
        </a:spcAft>
        <a:defRPr sz="19889">
          <a:solidFill>
            <a:schemeClr val="tx1"/>
          </a:solidFill>
          <a:latin typeface="Calibri" pitchFamily="34" charset="0"/>
        </a:defRPr>
      </a:lvl9pPr>
    </p:titleStyle>
    <p:bodyStyle>
      <a:lvl1pPr marL="1547807" indent="-1547807" algn="r" defTabSz="4128115" rtl="1" eaLnBrk="0" fontAlgn="base" hangingPunct="0">
        <a:spcBef>
          <a:spcPct val="20000"/>
        </a:spcBef>
        <a:spcAft>
          <a:spcPct val="0"/>
        </a:spcAft>
        <a:buFont typeface="Arial" panose="020B0604020202020204" pitchFamily="34" charset="0"/>
        <a:buChar char="•"/>
        <a:defRPr sz="14387" kern="1200">
          <a:solidFill>
            <a:schemeClr val="tx1"/>
          </a:solidFill>
          <a:latin typeface="+mn-lt"/>
          <a:ea typeface="+mn-ea"/>
          <a:cs typeface="+mn-cs"/>
        </a:defRPr>
      </a:lvl1pPr>
      <a:lvl2pPr marL="3354211" indent="-1289211" algn="r" defTabSz="4128115" rtl="1" eaLnBrk="0" fontAlgn="base" hangingPunct="0">
        <a:spcBef>
          <a:spcPct val="20000"/>
        </a:spcBef>
        <a:spcAft>
          <a:spcPct val="0"/>
        </a:spcAft>
        <a:buFont typeface="Arial" panose="020B0604020202020204" pitchFamily="34" charset="0"/>
        <a:buChar char="–"/>
        <a:defRPr sz="12604" kern="1200">
          <a:solidFill>
            <a:schemeClr val="tx1"/>
          </a:solidFill>
          <a:latin typeface="+mn-lt"/>
          <a:ea typeface="+mn-ea"/>
          <a:cs typeface="+mn-cs"/>
        </a:defRPr>
      </a:lvl2pPr>
      <a:lvl3pPr marL="5162503" indent="-1030613" algn="r" defTabSz="4128115" rtl="1" eaLnBrk="0" fontAlgn="base" hangingPunct="0">
        <a:spcBef>
          <a:spcPct val="20000"/>
        </a:spcBef>
        <a:spcAft>
          <a:spcPct val="0"/>
        </a:spcAft>
        <a:buFont typeface="Arial" panose="020B0604020202020204" pitchFamily="34" charset="0"/>
        <a:buChar char="•"/>
        <a:defRPr sz="10820" kern="1200">
          <a:solidFill>
            <a:schemeClr val="tx1"/>
          </a:solidFill>
          <a:latin typeface="+mn-lt"/>
          <a:ea typeface="+mn-ea"/>
          <a:cs typeface="+mn-cs"/>
        </a:defRPr>
      </a:lvl3pPr>
      <a:lvl4pPr marL="7227503" indent="-1030613" algn="r" defTabSz="4128115" rtl="1" eaLnBrk="0" fontAlgn="base" hangingPunct="0">
        <a:spcBef>
          <a:spcPct val="20000"/>
        </a:spcBef>
        <a:spcAft>
          <a:spcPct val="0"/>
        </a:spcAft>
        <a:buFont typeface="Arial" panose="020B0604020202020204" pitchFamily="34" charset="0"/>
        <a:buChar char="–"/>
        <a:defRPr sz="8918" kern="1200">
          <a:solidFill>
            <a:schemeClr val="tx1"/>
          </a:solidFill>
          <a:latin typeface="+mn-lt"/>
          <a:ea typeface="+mn-ea"/>
          <a:cs typeface="+mn-cs"/>
        </a:defRPr>
      </a:lvl4pPr>
      <a:lvl5pPr marL="9294391" indent="-1030613" algn="r" defTabSz="4128115" rtl="1" eaLnBrk="0" fontAlgn="base" hangingPunct="0">
        <a:spcBef>
          <a:spcPct val="20000"/>
        </a:spcBef>
        <a:spcAft>
          <a:spcPct val="0"/>
        </a:spcAft>
        <a:buFont typeface="Arial" panose="020B0604020202020204" pitchFamily="34" charset="0"/>
        <a:buChar char="»"/>
        <a:defRPr sz="8918" kern="1200">
          <a:solidFill>
            <a:schemeClr val="tx1"/>
          </a:solidFill>
          <a:latin typeface="+mn-lt"/>
          <a:ea typeface="+mn-ea"/>
          <a:cs typeface="+mn-cs"/>
        </a:defRPr>
      </a:lvl5pPr>
      <a:lvl6pPr marL="11360162" indent="-1032742" algn="r" defTabSz="4130970" rtl="1" eaLnBrk="1" latinLnBrk="0" hangingPunct="1">
        <a:spcBef>
          <a:spcPct val="20000"/>
        </a:spcBef>
        <a:buFont typeface="Arial" panose="020B0604020202020204" pitchFamily="34" charset="0"/>
        <a:buChar char="•"/>
        <a:defRPr sz="9004" kern="1200">
          <a:solidFill>
            <a:schemeClr val="tx1"/>
          </a:solidFill>
          <a:latin typeface="+mn-lt"/>
          <a:ea typeface="+mn-ea"/>
          <a:cs typeface="+mn-cs"/>
        </a:defRPr>
      </a:lvl6pPr>
      <a:lvl7pPr marL="13425642" indent="-1032742" algn="r" defTabSz="4130970" rtl="1" eaLnBrk="1" latinLnBrk="0" hangingPunct="1">
        <a:spcBef>
          <a:spcPct val="20000"/>
        </a:spcBef>
        <a:buFont typeface="Arial" panose="020B0604020202020204" pitchFamily="34" charset="0"/>
        <a:buChar char="•"/>
        <a:defRPr sz="9004" kern="1200">
          <a:solidFill>
            <a:schemeClr val="tx1"/>
          </a:solidFill>
          <a:latin typeface="+mn-lt"/>
          <a:ea typeface="+mn-ea"/>
          <a:cs typeface="+mn-cs"/>
        </a:defRPr>
      </a:lvl7pPr>
      <a:lvl8pPr marL="15491131" indent="-1032742" algn="r" defTabSz="4130970" rtl="1" eaLnBrk="1" latinLnBrk="0" hangingPunct="1">
        <a:spcBef>
          <a:spcPct val="20000"/>
        </a:spcBef>
        <a:buFont typeface="Arial" panose="020B0604020202020204" pitchFamily="34" charset="0"/>
        <a:buChar char="•"/>
        <a:defRPr sz="9004" kern="1200">
          <a:solidFill>
            <a:schemeClr val="tx1"/>
          </a:solidFill>
          <a:latin typeface="+mn-lt"/>
          <a:ea typeface="+mn-ea"/>
          <a:cs typeface="+mn-cs"/>
        </a:defRPr>
      </a:lvl8pPr>
      <a:lvl9pPr marL="17556612" indent="-1032742" algn="r" defTabSz="4130970" rtl="1" eaLnBrk="1" latinLnBrk="0" hangingPunct="1">
        <a:spcBef>
          <a:spcPct val="20000"/>
        </a:spcBef>
        <a:buFont typeface="Arial" panose="020B0604020202020204" pitchFamily="34" charset="0"/>
        <a:buChar char="•"/>
        <a:defRPr sz="9004" kern="1200">
          <a:solidFill>
            <a:schemeClr val="tx1"/>
          </a:solidFill>
          <a:latin typeface="+mn-lt"/>
          <a:ea typeface="+mn-ea"/>
          <a:cs typeface="+mn-cs"/>
        </a:defRPr>
      </a:lvl9pPr>
    </p:bodyStyle>
    <p:otherStyle>
      <a:defPPr>
        <a:defRPr lang="he-IL"/>
      </a:defPPr>
      <a:lvl1pPr marL="0" algn="r" defTabSz="4130970" rtl="1" eaLnBrk="1" latinLnBrk="0" hangingPunct="1">
        <a:defRPr sz="8114" kern="1200">
          <a:solidFill>
            <a:schemeClr val="tx1"/>
          </a:solidFill>
          <a:latin typeface="+mn-lt"/>
          <a:ea typeface="+mn-ea"/>
          <a:cs typeface="+mn-cs"/>
        </a:defRPr>
      </a:lvl1pPr>
      <a:lvl2pPr marL="2065481" algn="r" defTabSz="4130970" rtl="1" eaLnBrk="1" latinLnBrk="0" hangingPunct="1">
        <a:defRPr sz="8114" kern="1200">
          <a:solidFill>
            <a:schemeClr val="tx1"/>
          </a:solidFill>
          <a:latin typeface="+mn-lt"/>
          <a:ea typeface="+mn-ea"/>
          <a:cs typeface="+mn-cs"/>
        </a:defRPr>
      </a:lvl2pPr>
      <a:lvl3pPr marL="4130970" algn="r" defTabSz="4130970" rtl="1" eaLnBrk="1" latinLnBrk="0" hangingPunct="1">
        <a:defRPr sz="8114" kern="1200">
          <a:solidFill>
            <a:schemeClr val="tx1"/>
          </a:solidFill>
          <a:latin typeface="+mn-lt"/>
          <a:ea typeface="+mn-ea"/>
          <a:cs typeface="+mn-cs"/>
        </a:defRPr>
      </a:lvl3pPr>
      <a:lvl4pPr marL="6196452" algn="r" defTabSz="4130970" rtl="1" eaLnBrk="1" latinLnBrk="0" hangingPunct="1">
        <a:defRPr sz="8114" kern="1200">
          <a:solidFill>
            <a:schemeClr val="tx1"/>
          </a:solidFill>
          <a:latin typeface="+mn-lt"/>
          <a:ea typeface="+mn-ea"/>
          <a:cs typeface="+mn-cs"/>
        </a:defRPr>
      </a:lvl4pPr>
      <a:lvl5pPr marL="8261931" algn="r" defTabSz="4130970" rtl="1" eaLnBrk="1" latinLnBrk="0" hangingPunct="1">
        <a:defRPr sz="8114" kern="1200">
          <a:solidFill>
            <a:schemeClr val="tx1"/>
          </a:solidFill>
          <a:latin typeface="+mn-lt"/>
          <a:ea typeface="+mn-ea"/>
          <a:cs typeface="+mn-cs"/>
        </a:defRPr>
      </a:lvl5pPr>
      <a:lvl6pPr marL="10327421" algn="r" defTabSz="4130970" rtl="1" eaLnBrk="1" latinLnBrk="0" hangingPunct="1">
        <a:defRPr sz="8114" kern="1200">
          <a:solidFill>
            <a:schemeClr val="tx1"/>
          </a:solidFill>
          <a:latin typeface="+mn-lt"/>
          <a:ea typeface="+mn-ea"/>
          <a:cs typeface="+mn-cs"/>
        </a:defRPr>
      </a:lvl6pPr>
      <a:lvl7pPr marL="12392902" algn="r" defTabSz="4130970" rtl="1" eaLnBrk="1" latinLnBrk="0" hangingPunct="1">
        <a:defRPr sz="8114" kern="1200">
          <a:solidFill>
            <a:schemeClr val="tx1"/>
          </a:solidFill>
          <a:latin typeface="+mn-lt"/>
          <a:ea typeface="+mn-ea"/>
          <a:cs typeface="+mn-cs"/>
        </a:defRPr>
      </a:lvl7pPr>
      <a:lvl8pPr marL="14458383" algn="r" defTabSz="4130970" rtl="1" eaLnBrk="1" latinLnBrk="0" hangingPunct="1">
        <a:defRPr sz="8114" kern="1200">
          <a:solidFill>
            <a:schemeClr val="tx1"/>
          </a:solidFill>
          <a:latin typeface="+mn-lt"/>
          <a:ea typeface="+mn-ea"/>
          <a:cs typeface="+mn-cs"/>
        </a:defRPr>
      </a:lvl8pPr>
      <a:lvl9pPr marL="16523873" algn="r" defTabSz="4130970" rtl="1" eaLnBrk="1" latinLnBrk="0" hangingPunct="1">
        <a:defRPr sz="81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6D9F1"/>
        </a:solidFill>
        <a:effectLst/>
      </p:bgPr>
    </p:bg>
    <p:spTree>
      <p:nvGrpSpPr>
        <p:cNvPr id="1" name="">
          <a:extLst>
            <a:ext uri="{FF2B5EF4-FFF2-40B4-BE49-F238E27FC236}">
              <a16:creationId xmlns:a16="http://schemas.microsoft.com/office/drawing/2014/main" id="{F71D760F-0083-F487-95AE-A9FF85EBDE4E}"/>
            </a:ext>
          </a:extLst>
        </p:cNvPr>
        <p:cNvGrpSpPr/>
        <p:nvPr/>
      </p:nvGrpSpPr>
      <p:grpSpPr>
        <a:xfrm>
          <a:off x="0" y="0"/>
          <a:ext cx="0" cy="0"/>
          <a:chOff x="0" y="0"/>
          <a:chExt cx="0" cy="0"/>
        </a:xfrm>
      </p:grpSpPr>
      <p:sp>
        <p:nvSpPr>
          <p:cNvPr id="3075" name="Text Box 14">
            <a:extLst>
              <a:ext uri="{FF2B5EF4-FFF2-40B4-BE49-F238E27FC236}">
                <a16:creationId xmlns:a16="http://schemas.microsoft.com/office/drawing/2014/main" id="{1AE49570-41FD-0BC9-A4F1-8EB19710BE9E}"/>
              </a:ext>
            </a:extLst>
          </p:cNvPr>
          <p:cNvSpPr txBox="1">
            <a:spLocks noChangeArrowheads="1"/>
          </p:cNvSpPr>
          <p:nvPr/>
        </p:nvSpPr>
        <p:spPr bwMode="auto">
          <a:xfrm>
            <a:off x="467641" y="2544907"/>
            <a:ext cx="19382459" cy="1060985"/>
          </a:xfrm>
          <a:prstGeom prst="rect">
            <a:avLst/>
          </a:prstGeom>
          <a:noFill/>
          <a:ln>
            <a:noFill/>
          </a:ln>
        </p:spPr>
        <p:txBody>
          <a:bodyPr wrap="square" tIns="90482" bIns="90482">
            <a:spAutoFit/>
          </a:bodyPr>
          <a:lstStyle>
            <a:lvl1pPr algn="r" rtl="1">
              <a:spcBef>
                <a:spcPct val="20000"/>
              </a:spcBef>
              <a:buFont typeface="Arial" panose="020B0604020202020204" pitchFamily="34" charset="0"/>
              <a:buChar char="•"/>
              <a:defRPr sz="12100">
                <a:solidFill>
                  <a:schemeClr val="tx1"/>
                </a:solidFill>
                <a:latin typeface="Calibri" panose="020F0502020204030204" pitchFamily="34" charset="0"/>
              </a:defRPr>
            </a:lvl1pPr>
            <a:lvl2pPr marL="742950" indent="-285750" algn="r" rtl="1">
              <a:spcBef>
                <a:spcPct val="20000"/>
              </a:spcBef>
              <a:buFont typeface="Arial" panose="020B0604020202020204" pitchFamily="34" charset="0"/>
              <a:buChar char="–"/>
              <a:defRPr sz="10600">
                <a:solidFill>
                  <a:schemeClr val="tx1"/>
                </a:solidFill>
                <a:latin typeface="Calibri" panose="020F0502020204030204" pitchFamily="34" charset="0"/>
              </a:defRPr>
            </a:lvl2pPr>
            <a:lvl3pPr marL="1143000" indent="-228600" algn="r" rtl="1">
              <a:spcBef>
                <a:spcPct val="20000"/>
              </a:spcBef>
              <a:buFont typeface="Arial" panose="020B0604020202020204" pitchFamily="34" charset="0"/>
              <a:buChar char="•"/>
              <a:defRPr sz="9100">
                <a:solidFill>
                  <a:schemeClr val="tx1"/>
                </a:solidFill>
                <a:latin typeface="Calibri" panose="020F0502020204030204" pitchFamily="34" charset="0"/>
              </a:defRPr>
            </a:lvl3pPr>
            <a:lvl4pPr marL="16002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4pPr>
            <a:lvl5pPr marL="20574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l" rtl="0" eaLnBrk="1" hangingPunct="1">
              <a:spcBef>
                <a:spcPct val="50000"/>
              </a:spcBef>
              <a:buFont typeface="Arial" panose="020B0604020202020204" pitchFamily="34" charset="0"/>
              <a:buNone/>
              <a:defRPr/>
            </a:pPr>
            <a:r>
              <a:rPr lang="en-CA" altLang="he-IL" sz="5707" dirty="0">
                <a:latin typeface="+mn-lt"/>
              </a:rPr>
              <a:t>Elena Krener</a:t>
            </a:r>
            <a:r>
              <a:rPr lang="en-US" altLang="he-IL" sz="5707" dirty="0">
                <a:latin typeface="+mn-lt"/>
              </a:rPr>
              <a:t>, Dan Lemberg, Ishay Yulzary </a:t>
            </a:r>
            <a:r>
              <a:rPr lang="en-CA" altLang="he-IL" sz="5707" dirty="0">
                <a:latin typeface="+mn-lt"/>
              </a:rPr>
              <a:t>and Natan </a:t>
            </a:r>
            <a:r>
              <a:rPr lang="en-CA" altLang="he-IL" sz="5707" dirty="0" err="1">
                <a:latin typeface="+mn-lt"/>
              </a:rPr>
              <a:t>Trostianitser</a:t>
            </a:r>
            <a:endParaRPr lang="en-CA" altLang="he-IL" sz="5707" dirty="0">
              <a:latin typeface="+mn-lt"/>
            </a:endParaRPr>
          </a:p>
        </p:txBody>
      </p:sp>
      <p:sp>
        <p:nvSpPr>
          <p:cNvPr id="2" name="TextBox 5">
            <a:extLst>
              <a:ext uri="{FF2B5EF4-FFF2-40B4-BE49-F238E27FC236}">
                <a16:creationId xmlns:a16="http://schemas.microsoft.com/office/drawing/2014/main" id="{64823CF0-319F-028C-0C7E-0B00D5615F45}"/>
              </a:ext>
            </a:extLst>
          </p:cNvPr>
          <p:cNvSpPr txBox="1">
            <a:spLocks noChangeArrowheads="1"/>
          </p:cNvSpPr>
          <p:nvPr/>
        </p:nvSpPr>
        <p:spPr bwMode="auto">
          <a:xfrm rot="10800000" flipV="1">
            <a:off x="1077316" y="41130562"/>
            <a:ext cx="142565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he-IL" sz="2600" b="1"/>
              <a:t>Figure 1: Design Thinking Methodology. </a:t>
            </a:r>
            <a:endParaRPr lang="he-IL" altLang="he-IL" sz="2600"/>
          </a:p>
        </p:txBody>
      </p:sp>
      <p:sp>
        <p:nvSpPr>
          <p:cNvPr id="3076" name="TextBox 5">
            <a:extLst>
              <a:ext uri="{FF2B5EF4-FFF2-40B4-BE49-F238E27FC236}">
                <a16:creationId xmlns:a16="http://schemas.microsoft.com/office/drawing/2014/main" id="{7627E924-E0F9-32D0-574E-BE35182DD977}"/>
              </a:ext>
            </a:extLst>
          </p:cNvPr>
          <p:cNvSpPr txBox="1">
            <a:spLocks noChangeArrowheads="1"/>
          </p:cNvSpPr>
          <p:nvPr/>
        </p:nvSpPr>
        <p:spPr bwMode="auto">
          <a:xfrm rot="10800000" flipV="1">
            <a:off x="16124791" y="41129617"/>
            <a:ext cx="1425848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he-IL" sz="2600" b="1"/>
              <a:t>Figure 2: The final panel. </a:t>
            </a:r>
            <a:endParaRPr lang="he-IL" altLang="he-IL" sz="2600"/>
          </a:p>
        </p:txBody>
      </p:sp>
      <p:pic>
        <p:nvPicPr>
          <p:cNvPr id="3077" name="Picture 54" descr="A blue and black logo&#10;&#10;Description automatically generated">
            <a:extLst>
              <a:ext uri="{FF2B5EF4-FFF2-40B4-BE49-F238E27FC236}">
                <a16:creationId xmlns:a16="http://schemas.microsoft.com/office/drawing/2014/main" id="{013F3ACE-773F-AB26-0D3E-1515FD39A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3624" y="736141"/>
            <a:ext cx="5277565" cy="124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Rectangle 54">
            <a:extLst>
              <a:ext uri="{FF2B5EF4-FFF2-40B4-BE49-F238E27FC236}">
                <a16:creationId xmlns:a16="http://schemas.microsoft.com/office/drawing/2014/main" id="{01996BE1-D9EB-326F-D997-69BC4D873336}"/>
              </a:ext>
            </a:extLst>
          </p:cNvPr>
          <p:cNvSpPr/>
          <p:nvPr/>
        </p:nvSpPr>
        <p:spPr>
          <a:xfrm>
            <a:off x="122221" y="464336"/>
            <a:ext cx="24220923" cy="1789388"/>
          </a:xfrm>
          <a:prstGeom prst="rect">
            <a:avLst/>
          </a:prstGeom>
          <a:solidFill>
            <a:srgbClr val="2B27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a:p>
        </p:txBody>
      </p:sp>
      <p:sp>
        <p:nvSpPr>
          <p:cNvPr id="3079" name="Text Box 14">
            <a:extLst>
              <a:ext uri="{FF2B5EF4-FFF2-40B4-BE49-F238E27FC236}">
                <a16:creationId xmlns:a16="http://schemas.microsoft.com/office/drawing/2014/main" id="{5C4B1AEF-ECFF-CCC1-A091-A62AD9922515}"/>
              </a:ext>
            </a:extLst>
          </p:cNvPr>
          <p:cNvSpPr txBox="1">
            <a:spLocks noChangeArrowheads="1"/>
          </p:cNvSpPr>
          <p:nvPr/>
        </p:nvSpPr>
        <p:spPr bwMode="auto">
          <a:xfrm>
            <a:off x="122220" y="684684"/>
            <a:ext cx="24481404" cy="1290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0482" bIns="90482">
            <a:spAutoFit/>
          </a:bodyPr>
          <a:lstStyle>
            <a:lvl1pPr algn="r" rtl="1">
              <a:spcBef>
                <a:spcPct val="20000"/>
              </a:spcBef>
              <a:buFont typeface="Arial" panose="020B0604020202020204" pitchFamily="34" charset="0"/>
              <a:buChar char="•"/>
              <a:defRPr sz="12100">
                <a:solidFill>
                  <a:schemeClr val="tx1"/>
                </a:solidFill>
                <a:latin typeface="Calibri" panose="020F0502020204030204" pitchFamily="34" charset="0"/>
              </a:defRPr>
            </a:lvl1pPr>
            <a:lvl2pPr marL="742950" indent="-285750" algn="r" rtl="1">
              <a:spcBef>
                <a:spcPct val="20000"/>
              </a:spcBef>
              <a:buFont typeface="Arial" panose="020B0604020202020204" pitchFamily="34" charset="0"/>
              <a:buChar char="–"/>
              <a:defRPr sz="10600">
                <a:solidFill>
                  <a:schemeClr val="tx1"/>
                </a:solidFill>
                <a:latin typeface="Calibri" panose="020F0502020204030204" pitchFamily="34" charset="0"/>
              </a:defRPr>
            </a:lvl2pPr>
            <a:lvl3pPr marL="1143000" indent="-228600" algn="r" rtl="1">
              <a:spcBef>
                <a:spcPct val="20000"/>
              </a:spcBef>
              <a:buFont typeface="Arial" panose="020B0604020202020204" pitchFamily="34" charset="0"/>
              <a:buChar char="•"/>
              <a:defRPr sz="9100">
                <a:solidFill>
                  <a:schemeClr val="tx1"/>
                </a:solidFill>
                <a:latin typeface="Calibri" panose="020F0502020204030204" pitchFamily="34" charset="0"/>
              </a:defRPr>
            </a:lvl3pPr>
            <a:lvl4pPr marL="16002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4pPr>
            <a:lvl5pPr marL="20574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l" rtl="0" eaLnBrk="1" hangingPunct="1">
              <a:spcBef>
                <a:spcPct val="50000"/>
              </a:spcBef>
              <a:buFontTx/>
              <a:buNone/>
            </a:pPr>
            <a:r>
              <a:rPr lang="en-US" altLang="he-IL" sz="7100" b="1" dirty="0">
                <a:solidFill>
                  <a:schemeClr val="bg1"/>
                </a:solidFill>
              </a:rPr>
              <a:t>Bug bite classification using a CNN based TC classification model</a:t>
            </a:r>
            <a:endParaRPr lang="he-IL" altLang="he-IL" sz="7100" b="1" dirty="0">
              <a:solidFill>
                <a:schemeClr val="bg1"/>
              </a:solidFill>
            </a:endParaRPr>
          </a:p>
        </p:txBody>
      </p:sp>
      <p:sp>
        <p:nvSpPr>
          <p:cNvPr id="57" name="Rectangle 56">
            <a:extLst>
              <a:ext uri="{FF2B5EF4-FFF2-40B4-BE49-F238E27FC236}">
                <a16:creationId xmlns:a16="http://schemas.microsoft.com/office/drawing/2014/main" id="{ADB0BBAA-6A9B-6306-76BF-140022ED3A4B}"/>
              </a:ext>
            </a:extLst>
          </p:cNvPr>
          <p:cNvSpPr/>
          <p:nvPr/>
        </p:nvSpPr>
        <p:spPr>
          <a:xfrm>
            <a:off x="122220" y="4603713"/>
            <a:ext cx="29996798" cy="6194910"/>
          </a:xfrm>
          <a:prstGeom prst="rect">
            <a:avLst/>
          </a:prstGeom>
          <a:solidFill>
            <a:srgbClr val="2B27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dirty="0"/>
          </a:p>
        </p:txBody>
      </p:sp>
      <p:sp>
        <p:nvSpPr>
          <p:cNvPr id="58" name="Text Box 14">
            <a:extLst>
              <a:ext uri="{FF2B5EF4-FFF2-40B4-BE49-F238E27FC236}">
                <a16:creationId xmlns:a16="http://schemas.microsoft.com/office/drawing/2014/main" id="{83A14F06-3695-354F-6918-3CBA2E4B8384}"/>
              </a:ext>
            </a:extLst>
          </p:cNvPr>
          <p:cNvSpPr txBox="1">
            <a:spLocks noChangeArrowheads="1"/>
          </p:cNvSpPr>
          <p:nvPr/>
        </p:nvSpPr>
        <p:spPr bwMode="auto">
          <a:xfrm>
            <a:off x="484629" y="4692427"/>
            <a:ext cx="16849494" cy="6081910"/>
          </a:xfrm>
          <a:prstGeom prst="rect">
            <a:avLst/>
          </a:prstGeom>
          <a:noFill/>
          <a:ln>
            <a:noFill/>
          </a:ln>
        </p:spPr>
        <p:txBody>
          <a:bodyPr wrap="square" tIns="90482" bIns="90482">
            <a:spAutoFit/>
          </a:bodyPr>
          <a:lstStyle>
            <a:lvl1pPr algn="r" rtl="1">
              <a:spcBef>
                <a:spcPct val="20000"/>
              </a:spcBef>
              <a:buFont typeface="Arial" panose="020B0604020202020204" pitchFamily="34" charset="0"/>
              <a:buChar char="•"/>
              <a:defRPr sz="12100">
                <a:solidFill>
                  <a:schemeClr val="tx1"/>
                </a:solidFill>
                <a:latin typeface="Calibri" panose="020F0502020204030204" pitchFamily="34" charset="0"/>
              </a:defRPr>
            </a:lvl1pPr>
            <a:lvl2pPr marL="742950" indent="-285750" algn="r" rtl="1">
              <a:spcBef>
                <a:spcPct val="20000"/>
              </a:spcBef>
              <a:buFont typeface="Arial" panose="020B0604020202020204" pitchFamily="34" charset="0"/>
              <a:buChar char="–"/>
              <a:defRPr sz="10600">
                <a:solidFill>
                  <a:schemeClr val="tx1"/>
                </a:solidFill>
                <a:latin typeface="Calibri" panose="020F0502020204030204" pitchFamily="34" charset="0"/>
              </a:defRPr>
            </a:lvl2pPr>
            <a:lvl3pPr marL="1143000" indent="-228600" algn="r" rtl="1">
              <a:spcBef>
                <a:spcPct val="20000"/>
              </a:spcBef>
              <a:buFont typeface="Arial" panose="020B0604020202020204" pitchFamily="34" charset="0"/>
              <a:buChar char="•"/>
              <a:defRPr sz="9100">
                <a:solidFill>
                  <a:schemeClr val="tx1"/>
                </a:solidFill>
                <a:latin typeface="Calibri" panose="020F0502020204030204" pitchFamily="34" charset="0"/>
              </a:defRPr>
            </a:lvl3pPr>
            <a:lvl4pPr marL="16002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4pPr>
            <a:lvl5pPr marL="20574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l" rtl="0" eaLnBrk="1" hangingPunct="1">
              <a:spcBef>
                <a:spcPct val="50000"/>
              </a:spcBef>
              <a:buFont typeface="Arial" panose="020B0604020202020204" pitchFamily="34" charset="0"/>
              <a:buNone/>
              <a:defRPr/>
            </a:pPr>
            <a:r>
              <a:rPr lang="en-US" altLang="he-IL" sz="7134" b="1" dirty="0">
                <a:solidFill>
                  <a:schemeClr val="bg1"/>
                </a:solidFill>
                <a:latin typeface="+mn-lt"/>
              </a:rPr>
              <a:t>INTRODUCTION</a:t>
            </a:r>
          </a:p>
          <a:p>
            <a:pPr algn="just" rtl="0" eaLnBrk="1" hangingPunct="1">
              <a:spcBef>
                <a:spcPct val="50000"/>
              </a:spcBef>
              <a:buFont typeface="Arial" panose="020B0604020202020204" pitchFamily="34" charset="0"/>
              <a:buNone/>
              <a:defRPr/>
            </a:pPr>
            <a:r>
              <a:rPr lang="en-US" sz="4800" dirty="0">
                <a:solidFill>
                  <a:schemeClr val="bg1"/>
                </a:solidFill>
                <a:latin typeface="+mn-lt"/>
              </a:rPr>
              <a:t>Diagnosing insect bites is a persistent clinical challenge. Five distinct bite classes produce visually similar skin lesions, often forcing physicians into subjective assessment and delaying targeted treatment. As shown below, tropical cyclone satellite imagery shares striking morphological properties with bite lesions, motivating our cross-domain transfer learning approach</a:t>
            </a:r>
          </a:p>
        </p:txBody>
      </p:sp>
      <p:sp>
        <p:nvSpPr>
          <p:cNvPr id="59" name="Rectangle 58">
            <a:extLst>
              <a:ext uri="{FF2B5EF4-FFF2-40B4-BE49-F238E27FC236}">
                <a16:creationId xmlns:a16="http://schemas.microsoft.com/office/drawing/2014/main" id="{9518F025-2508-9A19-8AB2-51C18A954552}"/>
              </a:ext>
            </a:extLst>
          </p:cNvPr>
          <p:cNvSpPr/>
          <p:nvPr/>
        </p:nvSpPr>
        <p:spPr>
          <a:xfrm>
            <a:off x="122220" y="36182269"/>
            <a:ext cx="29996798" cy="6345633"/>
          </a:xfrm>
          <a:prstGeom prst="rect">
            <a:avLst/>
          </a:prstGeom>
          <a:solidFill>
            <a:srgbClr val="2B276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a:p>
        </p:txBody>
      </p:sp>
      <p:sp>
        <p:nvSpPr>
          <p:cNvPr id="60" name="Text Box 14">
            <a:extLst>
              <a:ext uri="{FF2B5EF4-FFF2-40B4-BE49-F238E27FC236}">
                <a16:creationId xmlns:a16="http://schemas.microsoft.com/office/drawing/2014/main" id="{6D7348AF-6064-DC75-9115-975B9A92346B}"/>
              </a:ext>
            </a:extLst>
          </p:cNvPr>
          <p:cNvSpPr txBox="1">
            <a:spLocks noChangeArrowheads="1"/>
          </p:cNvSpPr>
          <p:nvPr/>
        </p:nvSpPr>
        <p:spPr bwMode="auto">
          <a:xfrm>
            <a:off x="467641" y="36380461"/>
            <a:ext cx="29305959" cy="6147441"/>
          </a:xfrm>
          <a:prstGeom prst="rect">
            <a:avLst/>
          </a:prstGeom>
          <a:noFill/>
          <a:ln>
            <a:noFill/>
          </a:ln>
        </p:spPr>
        <p:txBody>
          <a:bodyPr tIns="90482" bIns="90482">
            <a:spAutoFit/>
          </a:bodyPr>
          <a:lstStyle>
            <a:lvl1pPr algn="r" rtl="1">
              <a:spcBef>
                <a:spcPct val="20000"/>
              </a:spcBef>
              <a:buFont typeface="Arial" panose="020B0604020202020204" pitchFamily="34" charset="0"/>
              <a:buChar char="•"/>
              <a:defRPr sz="12100">
                <a:solidFill>
                  <a:schemeClr val="tx1"/>
                </a:solidFill>
                <a:latin typeface="Calibri" panose="020F0502020204030204" pitchFamily="34" charset="0"/>
              </a:defRPr>
            </a:lvl1pPr>
            <a:lvl2pPr marL="742950" indent="-285750" algn="r" rtl="1">
              <a:spcBef>
                <a:spcPct val="20000"/>
              </a:spcBef>
              <a:buFont typeface="Arial" panose="020B0604020202020204" pitchFamily="34" charset="0"/>
              <a:buChar char="–"/>
              <a:defRPr sz="10600">
                <a:solidFill>
                  <a:schemeClr val="tx1"/>
                </a:solidFill>
                <a:latin typeface="Calibri" panose="020F0502020204030204" pitchFamily="34" charset="0"/>
              </a:defRPr>
            </a:lvl2pPr>
            <a:lvl3pPr marL="1143000" indent="-228600" algn="r" rtl="1">
              <a:spcBef>
                <a:spcPct val="20000"/>
              </a:spcBef>
              <a:buFont typeface="Arial" panose="020B0604020202020204" pitchFamily="34" charset="0"/>
              <a:buChar char="•"/>
              <a:defRPr sz="9100">
                <a:solidFill>
                  <a:schemeClr val="tx1"/>
                </a:solidFill>
                <a:latin typeface="Calibri" panose="020F0502020204030204" pitchFamily="34" charset="0"/>
              </a:defRPr>
            </a:lvl3pPr>
            <a:lvl4pPr marL="16002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4pPr>
            <a:lvl5pPr marL="20574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l" rtl="0" eaLnBrk="1" hangingPunct="1">
              <a:spcBef>
                <a:spcPct val="50000"/>
              </a:spcBef>
              <a:buFont typeface="Arial" panose="020B0604020202020204" pitchFamily="34" charset="0"/>
              <a:buNone/>
              <a:defRPr/>
            </a:pPr>
            <a:r>
              <a:rPr lang="en-US" altLang="he-IL" sz="7134" b="1" dirty="0">
                <a:solidFill>
                  <a:schemeClr val="bg1"/>
                </a:solidFill>
                <a:latin typeface="+mn-lt"/>
              </a:rPr>
              <a:t>CONCLUSION &amp; FUTURE WORK</a:t>
            </a:r>
          </a:p>
          <a:p>
            <a:pPr algn="l" rtl="0" eaLnBrk="1" hangingPunct="1">
              <a:spcBef>
                <a:spcPct val="50000"/>
              </a:spcBef>
              <a:buFont typeface="Arial" panose="020B0604020202020204" pitchFamily="34" charset="0"/>
              <a:buNone/>
              <a:defRPr/>
            </a:pPr>
            <a:r>
              <a:rPr lang="en-US" sz="4518" dirty="0">
                <a:solidFill>
                  <a:schemeClr val="bg1"/>
                </a:solidFill>
                <a:latin typeface="+mn-lt"/>
              </a:rPr>
              <a:t>TC pre-training on cyclone satellite imagery demonstrably improved bug-bite classification, with the optimal TC Transfer ensemble achieving 84.2% accuracy and 97.3% ROC-AUC, a 3.2% accuracy gain over the Control ensemble, validating the cross-domain structural similarity hypothesis.</a:t>
            </a:r>
          </a:p>
          <a:p>
            <a:pPr algn="l" rtl="0" eaLnBrk="1" hangingPunct="1">
              <a:spcBef>
                <a:spcPct val="50000"/>
              </a:spcBef>
              <a:buFont typeface="Arial" panose="020B0604020202020204" pitchFamily="34" charset="0"/>
              <a:buNone/>
              <a:defRPr/>
            </a:pPr>
            <a:r>
              <a:rPr lang="en-US" sz="4518" dirty="0">
                <a:solidFill>
                  <a:schemeClr val="bg1"/>
                </a:solidFill>
                <a:latin typeface="+mn-lt"/>
              </a:rPr>
              <a:t>Future work will focus on expanding the bug-bite dataset to address per-class imbalance, exploring attention-based backbones (e.g., Swin Transformer) as TC pre-training targets, and conducting clinical validation with dermatologist ground truth.</a:t>
            </a:r>
            <a:endParaRPr lang="en-IL" sz="4518" b="1" dirty="0">
              <a:solidFill>
                <a:schemeClr val="bg1"/>
              </a:solidFill>
              <a:latin typeface="+mn-lt"/>
            </a:endParaRPr>
          </a:p>
        </p:txBody>
      </p:sp>
      <p:sp>
        <p:nvSpPr>
          <p:cNvPr id="3085" name="TextBox 61">
            <a:extLst>
              <a:ext uri="{FF2B5EF4-FFF2-40B4-BE49-F238E27FC236}">
                <a16:creationId xmlns:a16="http://schemas.microsoft.com/office/drawing/2014/main" id="{8B4BE241-DCA1-E7F2-9E64-7C489F965105}"/>
              </a:ext>
            </a:extLst>
          </p:cNvPr>
          <p:cNvSpPr txBox="1">
            <a:spLocks noChangeArrowheads="1"/>
          </p:cNvSpPr>
          <p:nvPr/>
        </p:nvSpPr>
        <p:spPr bwMode="auto">
          <a:xfrm>
            <a:off x="569567" y="11042408"/>
            <a:ext cx="2266936" cy="228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en-IL" sz="14268" b="1">
                <a:solidFill>
                  <a:srgbClr val="2B2765"/>
                </a:solidFill>
              </a:rPr>
              <a:t>1</a:t>
            </a:r>
            <a:endParaRPr lang="en-IL" altLang="en-IL" sz="14268" b="1">
              <a:solidFill>
                <a:srgbClr val="2B2765"/>
              </a:solidFill>
            </a:endParaRPr>
          </a:p>
        </p:txBody>
      </p:sp>
      <p:sp>
        <p:nvSpPr>
          <p:cNvPr id="3086" name="TextBox 62">
            <a:extLst>
              <a:ext uri="{FF2B5EF4-FFF2-40B4-BE49-F238E27FC236}">
                <a16:creationId xmlns:a16="http://schemas.microsoft.com/office/drawing/2014/main" id="{432C4CDE-5497-CE2C-20F7-A2C731E9DCAB}"/>
              </a:ext>
            </a:extLst>
          </p:cNvPr>
          <p:cNvSpPr txBox="1">
            <a:spLocks noChangeArrowheads="1"/>
          </p:cNvSpPr>
          <p:nvPr/>
        </p:nvSpPr>
        <p:spPr bwMode="auto">
          <a:xfrm>
            <a:off x="567680" y="18048938"/>
            <a:ext cx="2266937" cy="228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en-IL" sz="14268" b="1" dirty="0">
                <a:solidFill>
                  <a:srgbClr val="2B2765"/>
                </a:solidFill>
              </a:rPr>
              <a:t>2</a:t>
            </a:r>
            <a:endParaRPr lang="en-IL" altLang="en-IL" sz="14268" b="1" dirty="0">
              <a:solidFill>
                <a:srgbClr val="2B2765"/>
              </a:solidFill>
            </a:endParaRPr>
          </a:p>
        </p:txBody>
      </p:sp>
      <p:sp>
        <p:nvSpPr>
          <p:cNvPr id="3087" name="TextBox 3139">
            <a:extLst>
              <a:ext uri="{FF2B5EF4-FFF2-40B4-BE49-F238E27FC236}">
                <a16:creationId xmlns:a16="http://schemas.microsoft.com/office/drawing/2014/main" id="{4EF50E57-1F74-F9CB-AC32-D7BC5D64CE34}"/>
              </a:ext>
            </a:extLst>
          </p:cNvPr>
          <p:cNvSpPr txBox="1">
            <a:spLocks noChangeArrowheads="1"/>
          </p:cNvSpPr>
          <p:nvPr/>
        </p:nvSpPr>
        <p:spPr bwMode="auto">
          <a:xfrm>
            <a:off x="582780" y="27018741"/>
            <a:ext cx="2266937" cy="228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he-IL" altLang="en-IL" sz="14268" b="1" dirty="0">
                <a:solidFill>
                  <a:srgbClr val="2B2765"/>
                </a:solidFill>
              </a:rPr>
              <a:t>4</a:t>
            </a:r>
            <a:endParaRPr lang="en-IL" altLang="en-IL" sz="14268" b="1" dirty="0">
              <a:solidFill>
                <a:srgbClr val="2B2765"/>
              </a:solidFill>
            </a:endParaRPr>
          </a:p>
        </p:txBody>
      </p:sp>
      <p:sp>
        <p:nvSpPr>
          <p:cNvPr id="3088" name="TextBox 3143">
            <a:extLst>
              <a:ext uri="{FF2B5EF4-FFF2-40B4-BE49-F238E27FC236}">
                <a16:creationId xmlns:a16="http://schemas.microsoft.com/office/drawing/2014/main" id="{6B1D50D2-699A-23F3-85DE-F8989A8E3D0D}"/>
              </a:ext>
            </a:extLst>
          </p:cNvPr>
          <p:cNvSpPr txBox="1">
            <a:spLocks noChangeArrowheads="1"/>
          </p:cNvSpPr>
          <p:nvPr/>
        </p:nvSpPr>
        <p:spPr bwMode="auto">
          <a:xfrm>
            <a:off x="15067186" y="18021649"/>
            <a:ext cx="2266937" cy="228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he-IL" altLang="en-IL" sz="14268" b="1" dirty="0">
                <a:solidFill>
                  <a:srgbClr val="2B2765"/>
                </a:solidFill>
              </a:rPr>
              <a:t>3</a:t>
            </a:r>
            <a:endParaRPr lang="en-IL" altLang="en-IL" sz="14268" b="1" dirty="0">
              <a:solidFill>
                <a:srgbClr val="2B2765"/>
              </a:solidFill>
            </a:endParaRPr>
          </a:p>
        </p:txBody>
      </p:sp>
      <p:sp>
        <p:nvSpPr>
          <p:cNvPr id="3146" name="TextBox 3145">
            <a:extLst>
              <a:ext uri="{FF2B5EF4-FFF2-40B4-BE49-F238E27FC236}">
                <a16:creationId xmlns:a16="http://schemas.microsoft.com/office/drawing/2014/main" id="{4E4AB667-79A4-3E39-2CA9-424D05453E3C}"/>
              </a:ext>
            </a:extLst>
          </p:cNvPr>
          <p:cNvSpPr txBox="1"/>
          <p:nvPr/>
        </p:nvSpPr>
        <p:spPr>
          <a:xfrm>
            <a:off x="2313656" y="11685917"/>
            <a:ext cx="8282908" cy="970587"/>
          </a:xfrm>
          <a:prstGeom prst="rect">
            <a:avLst/>
          </a:prstGeom>
          <a:noFill/>
        </p:spPr>
        <p:txBody>
          <a:bodyPr wrap="none">
            <a:spAutoFit/>
          </a:bodyPr>
          <a:lstStyle/>
          <a:p>
            <a:pPr>
              <a:defRPr/>
            </a:pPr>
            <a:r>
              <a:rPr lang="en-US" sz="5707" b="1" dirty="0">
                <a:latin typeface="+mn-lt"/>
              </a:rPr>
              <a:t>DATASET &amp; ARCHITECTURE</a:t>
            </a:r>
            <a:endParaRPr lang="en-IL" sz="5707" b="1" dirty="0">
              <a:latin typeface="+mn-lt"/>
            </a:endParaRPr>
          </a:p>
        </p:txBody>
      </p:sp>
      <p:sp>
        <p:nvSpPr>
          <p:cNvPr id="3147" name="TextBox 3146">
            <a:extLst>
              <a:ext uri="{FF2B5EF4-FFF2-40B4-BE49-F238E27FC236}">
                <a16:creationId xmlns:a16="http://schemas.microsoft.com/office/drawing/2014/main" id="{6C5050B5-0CA2-1E36-8B58-3E3F93CAFC3B}"/>
              </a:ext>
            </a:extLst>
          </p:cNvPr>
          <p:cNvSpPr txBox="1"/>
          <p:nvPr/>
        </p:nvSpPr>
        <p:spPr>
          <a:xfrm>
            <a:off x="2434457" y="18755433"/>
            <a:ext cx="7304692" cy="970587"/>
          </a:xfrm>
          <a:prstGeom prst="rect">
            <a:avLst/>
          </a:prstGeom>
          <a:noFill/>
        </p:spPr>
        <p:txBody>
          <a:bodyPr wrap="none">
            <a:spAutoFit/>
          </a:bodyPr>
          <a:lstStyle/>
          <a:p>
            <a:pPr>
              <a:defRPr/>
            </a:pPr>
            <a:r>
              <a:rPr lang="en-US" sz="5707" b="1" dirty="0">
                <a:latin typeface="+mn-lt"/>
              </a:rPr>
              <a:t>EXPERIMENTAL DESIGN</a:t>
            </a:r>
            <a:endParaRPr lang="en-IL" sz="5707" b="1" dirty="0">
              <a:latin typeface="+mn-lt"/>
            </a:endParaRPr>
          </a:p>
        </p:txBody>
      </p:sp>
      <p:sp>
        <p:nvSpPr>
          <p:cNvPr id="3150" name="TextBox 3149">
            <a:extLst>
              <a:ext uri="{FF2B5EF4-FFF2-40B4-BE49-F238E27FC236}">
                <a16:creationId xmlns:a16="http://schemas.microsoft.com/office/drawing/2014/main" id="{6BA12D01-D0B7-84BA-E667-7C800548C86E}"/>
              </a:ext>
            </a:extLst>
          </p:cNvPr>
          <p:cNvSpPr txBox="1"/>
          <p:nvPr/>
        </p:nvSpPr>
        <p:spPr>
          <a:xfrm>
            <a:off x="17023376" y="18680608"/>
            <a:ext cx="6545190" cy="970587"/>
          </a:xfrm>
          <a:prstGeom prst="rect">
            <a:avLst/>
          </a:prstGeom>
          <a:noFill/>
        </p:spPr>
        <p:txBody>
          <a:bodyPr wrap="none">
            <a:spAutoFit/>
          </a:bodyPr>
          <a:lstStyle/>
          <a:p>
            <a:pPr>
              <a:defRPr/>
            </a:pPr>
            <a:r>
              <a:rPr lang="en-US" sz="5707" b="1" dirty="0">
                <a:latin typeface="+mn-lt"/>
              </a:rPr>
              <a:t>RESULTS &amp; FINDINGS</a:t>
            </a:r>
            <a:endParaRPr lang="en-IL" sz="5707" b="1" dirty="0">
              <a:latin typeface="+mn-lt"/>
            </a:endParaRPr>
          </a:p>
        </p:txBody>
      </p:sp>
      <p:sp>
        <p:nvSpPr>
          <p:cNvPr id="3151" name="TextBox 3150">
            <a:extLst>
              <a:ext uri="{FF2B5EF4-FFF2-40B4-BE49-F238E27FC236}">
                <a16:creationId xmlns:a16="http://schemas.microsoft.com/office/drawing/2014/main" id="{3A54306D-3C6E-E4B3-6030-31879F7CA77D}"/>
              </a:ext>
            </a:extLst>
          </p:cNvPr>
          <p:cNvSpPr txBox="1"/>
          <p:nvPr/>
        </p:nvSpPr>
        <p:spPr>
          <a:xfrm>
            <a:off x="2466547" y="27655049"/>
            <a:ext cx="9173217" cy="970587"/>
          </a:xfrm>
          <a:prstGeom prst="rect">
            <a:avLst/>
          </a:prstGeom>
          <a:noFill/>
        </p:spPr>
        <p:txBody>
          <a:bodyPr wrap="none">
            <a:spAutoFit/>
          </a:bodyPr>
          <a:lstStyle/>
          <a:p>
            <a:pPr>
              <a:defRPr/>
            </a:pPr>
            <a:r>
              <a:rPr lang="en-US" sz="5707" b="1" dirty="0">
                <a:latin typeface="+mn-lt"/>
              </a:rPr>
              <a:t>TRANSFER LEARNING IMPACT</a:t>
            </a:r>
            <a:endParaRPr lang="en-IL" sz="5707" b="1" dirty="0">
              <a:latin typeface="+mn-lt"/>
            </a:endParaRPr>
          </a:p>
        </p:txBody>
      </p:sp>
      <p:sp>
        <p:nvSpPr>
          <p:cNvPr id="3166" name="TextBox 3165">
            <a:extLst>
              <a:ext uri="{FF2B5EF4-FFF2-40B4-BE49-F238E27FC236}">
                <a16:creationId xmlns:a16="http://schemas.microsoft.com/office/drawing/2014/main" id="{B6048162-88BE-BE0E-A019-969CE6A6BE09}"/>
              </a:ext>
            </a:extLst>
          </p:cNvPr>
          <p:cNvSpPr txBox="1"/>
          <p:nvPr/>
        </p:nvSpPr>
        <p:spPr>
          <a:xfrm>
            <a:off x="865910" y="12883599"/>
            <a:ext cx="11334750" cy="3416320"/>
          </a:xfrm>
          <a:prstGeom prst="rect">
            <a:avLst/>
          </a:prstGeom>
          <a:noFill/>
        </p:spPr>
        <p:txBody>
          <a:bodyPr wrap="square">
            <a:spAutoFit/>
          </a:bodyPr>
          <a:lstStyle/>
          <a:p>
            <a:pPr marL="543620" indent="-543620" algn="just">
              <a:buFont typeface="Arial" panose="020B0604020202020204" pitchFamily="34" charset="0"/>
              <a:buChar char="•"/>
              <a:defRPr/>
            </a:pPr>
            <a:r>
              <a:rPr lang="en-US" sz="3600" dirty="0">
                <a:latin typeface="+mn-lt"/>
              </a:rPr>
              <a:t>Bug-Bite Dataset: Source: Kaggle. 5 classes: ants, bed bugs, mosquitos, spiders, ticks/fleas. Split: 80% train / 20% val.</a:t>
            </a:r>
          </a:p>
          <a:p>
            <a:pPr marL="543620" indent="-543620" algn="just">
              <a:buFont typeface="Arial" panose="020B0604020202020204" pitchFamily="34" charset="0"/>
              <a:buChar char="•"/>
              <a:defRPr/>
            </a:pPr>
            <a:r>
              <a:rPr lang="en-US" sz="3600" dirty="0">
                <a:latin typeface="+mn-lt"/>
              </a:rPr>
              <a:t>Cyclone Dataset (HURSAT-B1): Source: NOAA + </a:t>
            </a:r>
            <a:r>
              <a:rPr lang="en-US" sz="3600" dirty="0" err="1">
                <a:latin typeface="+mn-lt"/>
              </a:rPr>
              <a:t>IBTrACS</a:t>
            </a:r>
            <a:r>
              <a:rPr lang="en-US" sz="3600" dirty="0">
                <a:latin typeface="+mn-lt"/>
              </a:rPr>
              <a:t>. 5 Saffir-Simpson intensity classes. Up to 4,000 train / 500 </a:t>
            </a:r>
            <a:r>
              <a:rPr lang="en-US" sz="3600" dirty="0" err="1">
                <a:latin typeface="+mn-lt"/>
              </a:rPr>
              <a:t>val</a:t>
            </a:r>
            <a:r>
              <a:rPr lang="en-US" sz="3600" dirty="0">
                <a:latin typeface="+mn-lt"/>
              </a:rPr>
              <a:t> per class.</a:t>
            </a:r>
          </a:p>
        </p:txBody>
      </p:sp>
      <p:sp>
        <p:nvSpPr>
          <p:cNvPr id="3167" name="Rectangle 3166">
            <a:extLst>
              <a:ext uri="{FF2B5EF4-FFF2-40B4-BE49-F238E27FC236}">
                <a16:creationId xmlns:a16="http://schemas.microsoft.com/office/drawing/2014/main" id="{DB2BDD3F-5DA1-DA7B-82DA-881A923C5617}"/>
              </a:ext>
            </a:extLst>
          </p:cNvPr>
          <p:cNvSpPr/>
          <p:nvPr/>
        </p:nvSpPr>
        <p:spPr>
          <a:xfrm>
            <a:off x="560129" y="11036745"/>
            <a:ext cx="29136080" cy="6785709"/>
          </a:xfrm>
          <a:prstGeom prst="rect">
            <a:avLst/>
          </a:prstGeom>
          <a:noFill/>
          <a:ln w="38100">
            <a:solidFill>
              <a:srgbClr val="2B276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a:p>
        </p:txBody>
      </p:sp>
      <p:sp>
        <p:nvSpPr>
          <p:cNvPr id="3171" name="Rectangle 3170">
            <a:extLst>
              <a:ext uri="{FF2B5EF4-FFF2-40B4-BE49-F238E27FC236}">
                <a16:creationId xmlns:a16="http://schemas.microsoft.com/office/drawing/2014/main" id="{07C73387-9C3E-4F48-0816-75F53963940F}"/>
              </a:ext>
            </a:extLst>
          </p:cNvPr>
          <p:cNvSpPr/>
          <p:nvPr/>
        </p:nvSpPr>
        <p:spPr>
          <a:xfrm>
            <a:off x="560129" y="18020647"/>
            <a:ext cx="14054833" cy="8703896"/>
          </a:xfrm>
          <a:prstGeom prst="rect">
            <a:avLst/>
          </a:prstGeom>
          <a:noFill/>
          <a:ln w="38100">
            <a:solidFill>
              <a:srgbClr val="2B276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a:p>
        </p:txBody>
      </p:sp>
      <p:sp>
        <p:nvSpPr>
          <p:cNvPr id="3172" name="Rectangle 3171">
            <a:extLst>
              <a:ext uri="{FF2B5EF4-FFF2-40B4-BE49-F238E27FC236}">
                <a16:creationId xmlns:a16="http://schemas.microsoft.com/office/drawing/2014/main" id="{B24AA0C3-111F-AE4E-CB9B-B5E1AA09E0C0}"/>
              </a:ext>
            </a:extLst>
          </p:cNvPr>
          <p:cNvSpPr/>
          <p:nvPr/>
        </p:nvSpPr>
        <p:spPr>
          <a:xfrm>
            <a:off x="15067185" y="18018758"/>
            <a:ext cx="14625249" cy="8705785"/>
          </a:xfrm>
          <a:prstGeom prst="rect">
            <a:avLst/>
          </a:prstGeom>
          <a:noFill/>
          <a:ln w="38100">
            <a:solidFill>
              <a:srgbClr val="2B276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a:p>
        </p:txBody>
      </p:sp>
      <p:sp>
        <p:nvSpPr>
          <p:cNvPr id="3173" name="Rectangle 3172">
            <a:extLst>
              <a:ext uri="{FF2B5EF4-FFF2-40B4-BE49-F238E27FC236}">
                <a16:creationId xmlns:a16="http://schemas.microsoft.com/office/drawing/2014/main" id="{FF03B540-B4B1-09FA-136E-543136042EC5}"/>
              </a:ext>
            </a:extLst>
          </p:cNvPr>
          <p:cNvSpPr/>
          <p:nvPr/>
        </p:nvSpPr>
        <p:spPr>
          <a:xfrm>
            <a:off x="560130" y="27017035"/>
            <a:ext cx="29132305" cy="9016240"/>
          </a:xfrm>
          <a:prstGeom prst="rect">
            <a:avLst/>
          </a:prstGeom>
          <a:noFill/>
          <a:ln w="38100">
            <a:solidFill>
              <a:srgbClr val="2B276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IL" sz="2600"/>
          </a:p>
        </p:txBody>
      </p:sp>
      <p:sp>
        <p:nvSpPr>
          <p:cNvPr id="3174" name="TextBox 3173">
            <a:extLst>
              <a:ext uri="{FF2B5EF4-FFF2-40B4-BE49-F238E27FC236}">
                <a16:creationId xmlns:a16="http://schemas.microsoft.com/office/drawing/2014/main" id="{F9873476-34B4-E0BB-917C-99251C5ECCE1}"/>
              </a:ext>
            </a:extLst>
          </p:cNvPr>
          <p:cNvSpPr txBox="1"/>
          <p:nvPr/>
        </p:nvSpPr>
        <p:spPr>
          <a:xfrm>
            <a:off x="705034" y="20527290"/>
            <a:ext cx="6394832" cy="3908762"/>
          </a:xfrm>
          <a:prstGeom prst="rect">
            <a:avLst/>
          </a:prstGeom>
          <a:noFill/>
        </p:spPr>
        <p:txBody>
          <a:bodyPr wrap="square">
            <a:spAutoFit/>
          </a:bodyPr>
          <a:lstStyle/>
          <a:p>
            <a:pPr marL="543620" indent="-543620" algn="just">
              <a:buFont typeface="Arial" panose="020B0604020202020204" pitchFamily="34" charset="0"/>
              <a:buChar char="•"/>
              <a:defRPr/>
            </a:pPr>
            <a:r>
              <a:rPr lang="en-US" sz="3100" dirty="0">
                <a:latin typeface="+mn-lt"/>
              </a:rPr>
              <a:t>Methodology: 63 controlled experiments across Control and TC Transfer pipelines to isolate the effect of cyclone pre-training.</a:t>
            </a:r>
          </a:p>
          <a:p>
            <a:pPr marL="543620" indent="-543620" algn="just">
              <a:buFont typeface="Arial" panose="020B0604020202020204" pitchFamily="34" charset="0"/>
              <a:buChar char="•"/>
              <a:defRPr/>
            </a:pPr>
            <a:r>
              <a:rPr lang="en-US" sz="3100" dirty="0">
                <a:latin typeface="+mn-lt"/>
              </a:rPr>
              <a:t>Variables Tested: Label Smoothing, Learning Rate, and Random Seed, swept across three backbone architectures.</a:t>
            </a:r>
            <a:endParaRPr lang="he-IL" sz="3100" dirty="0">
              <a:latin typeface="+mn-lt"/>
            </a:endParaRPr>
          </a:p>
        </p:txBody>
      </p:sp>
      <p:sp>
        <p:nvSpPr>
          <p:cNvPr id="3224" name="TextBox 3223">
            <a:extLst>
              <a:ext uri="{FF2B5EF4-FFF2-40B4-BE49-F238E27FC236}">
                <a16:creationId xmlns:a16="http://schemas.microsoft.com/office/drawing/2014/main" id="{B547B103-A692-5383-124C-9304BD134E70}"/>
              </a:ext>
            </a:extLst>
          </p:cNvPr>
          <p:cNvSpPr txBox="1"/>
          <p:nvPr/>
        </p:nvSpPr>
        <p:spPr>
          <a:xfrm>
            <a:off x="15449549" y="20524942"/>
            <a:ext cx="6826650" cy="5187574"/>
          </a:xfrm>
          <a:prstGeom prst="rect">
            <a:avLst/>
          </a:prstGeom>
          <a:noFill/>
        </p:spPr>
        <p:txBody>
          <a:bodyPr wrap="square">
            <a:spAutoFit/>
          </a:bodyPr>
          <a:lstStyle/>
          <a:p>
            <a:pPr marL="543620" indent="-543620" algn="just">
              <a:buFont typeface="Arial" panose="020B0604020202020204" pitchFamily="34" charset="0"/>
              <a:buChar char="•"/>
              <a:defRPr/>
            </a:pPr>
            <a:r>
              <a:rPr lang="en-US" sz="3010" dirty="0">
                <a:latin typeface="+mn-lt"/>
              </a:rPr>
              <a:t>Best Performance: TC ensemble reached 84.2% accuracy and 97.3% ROC-AUC at optimal config (seed 6, ls=0.1, </a:t>
            </a:r>
            <a:r>
              <a:rPr lang="en-US" sz="3010" dirty="0" err="1">
                <a:latin typeface="+mn-lt"/>
              </a:rPr>
              <a:t>lr</a:t>
            </a:r>
            <a:r>
              <a:rPr lang="en-US" sz="3010" dirty="0">
                <a:latin typeface="+mn-lt"/>
              </a:rPr>
              <a:t>=5e-6), a 3.2% gain over Control.</a:t>
            </a:r>
          </a:p>
          <a:p>
            <a:pPr marL="543620" indent="-543620" algn="just">
              <a:buFont typeface="Arial" panose="020B0604020202020204" pitchFamily="34" charset="0"/>
              <a:buChar char="•"/>
              <a:defRPr/>
            </a:pPr>
            <a:r>
              <a:rPr lang="en-US" sz="3010" dirty="0">
                <a:latin typeface="+mn-lt"/>
              </a:rPr>
              <a:t>Hyperparameter Sensitivity: ls=0.1 and </a:t>
            </a:r>
            <a:r>
              <a:rPr lang="en-US" sz="3010" dirty="0" err="1">
                <a:latin typeface="+mn-lt"/>
              </a:rPr>
              <a:t>lr</a:t>
            </a:r>
            <a:r>
              <a:rPr lang="en-US" sz="3010" dirty="0">
                <a:latin typeface="+mn-lt"/>
              </a:rPr>
              <a:t>=5e-6 were optimal; wrong settings can reverse the TC advantage.</a:t>
            </a:r>
          </a:p>
          <a:p>
            <a:pPr marL="543620" indent="-543620" algn="just">
              <a:buFont typeface="Arial" panose="020B0604020202020204" pitchFamily="34" charset="0"/>
              <a:buChar char="•"/>
              <a:defRPr/>
            </a:pPr>
            <a:r>
              <a:rPr lang="en-US" sz="3010" dirty="0">
                <a:latin typeface="+mn-lt"/>
              </a:rPr>
              <a:t>Ensemble Robustness: Soft-voting across all three backbones held ROC-AUC above 97% in both pipelines</a:t>
            </a:r>
            <a:endParaRPr lang="en-US" sz="3010" b="1" dirty="0">
              <a:latin typeface="+mn-lt"/>
            </a:endParaRPr>
          </a:p>
        </p:txBody>
      </p:sp>
      <p:sp>
        <p:nvSpPr>
          <p:cNvPr id="3206" name="TextBox 3205">
            <a:extLst>
              <a:ext uri="{FF2B5EF4-FFF2-40B4-BE49-F238E27FC236}">
                <a16:creationId xmlns:a16="http://schemas.microsoft.com/office/drawing/2014/main" id="{36ADB096-DD0E-5B42-2443-E150FABF3486}"/>
              </a:ext>
            </a:extLst>
          </p:cNvPr>
          <p:cNvSpPr txBox="1"/>
          <p:nvPr/>
        </p:nvSpPr>
        <p:spPr>
          <a:xfrm>
            <a:off x="886675" y="29039727"/>
            <a:ext cx="12543575" cy="2141612"/>
          </a:xfrm>
          <a:prstGeom prst="rect">
            <a:avLst/>
          </a:prstGeom>
          <a:noFill/>
        </p:spPr>
        <p:txBody>
          <a:bodyPr wrap="square">
            <a:spAutoFit/>
          </a:bodyPr>
          <a:lstStyle/>
          <a:p>
            <a:pPr marL="457200" indent="-457200" algn="just">
              <a:buFont typeface="Arial" panose="020B0604020202020204" pitchFamily="34" charset="0"/>
              <a:buChar char="•"/>
              <a:defRPr/>
            </a:pPr>
            <a:r>
              <a:rPr lang="en-US" sz="3329" dirty="0">
                <a:latin typeface="+mn-lt"/>
              </a:rPr>
              <a:t>TC Transfer pipeline outperformed Control by 3.2% accuracy at optimal hyperparameters</a:t>
            </a:r>
          </a:p>
          <a:p>
            <a:pPr marL="457200" indent="-457200" algn="just">
              <a:buFont typeface="Arial" panose="020B0604020202020204" pitchFamily="34" charset="0"/>
              <a:buChar char="•"/>
              <a:defRPr/>
            </a:pPr>
            <a:r>
              <a:rPr lang="en-US" sz="3329" dirty="0">
                <a:latin typeface="+mn-lt"/>
              </a:rPr>
              <a:t>Balanced accuracy gap confirms TC gains are real, not class-imbalance artifacts</a:t>
            </a:r>
            <a:endParaRPr lang="he-IL" sz="3329" dirty="0">
              <a:latin typeface="+mn-lt"/>
            </a:endParaRPr>
          </a:p>
        </p:txBody>
      </p:sp>
      <p:sp>
        <p:nvSpPr>
          <p:cNvPr id="19" name="TextBox 5">
            <a:extLst>
              <a:ext uri="{FF2B5EF4-FFF2-40B4-BE49-F238E27FC236}">
                <a16:creationId xmlns:a16="http://schemas.microsoft.com/office/drawing/2014/main" id="{CB065715-9247-BB99-CB51-5C6B0B01E9A6}"/>
              </a:ext>
            </a:extLst>
          </p:cNvPr>
          <p:cNvSpPr txBox="1">
            <a:spLocks noChangeArrowheads="1"/>
          </p:cNvSpPr>
          <p:nvPr/>
        </p:nvSpPr>
        <p:spPr bwMode="auto">
          <a:xfrm rot="10800000" flipV="1">
            <a:off x="20141543" y="11452239"/>
            <a:ext cx="9909590" cy="458267"/>
          </a:xfrm>
          <a:prstGeom prst="rect">
            <a:avLst/>
          </a:prstGeom>
          <a:noFill/>
          <a:ln>
            <a:noFill/>
          </a:ln>
        </p:spPr>
        <p:txBody>
          <a:bodyPr>
            <a:spAutoFit/>
          </a:bodyPr>
          <a:lstStyle/>
          <a:p>
            <a:pPr algn="ctr">
              <a:defRPr/>
            </a:pPr>
            <a:r>
              <a:rPr lang="en-US" altLang="he-IL" sz="2378" b="1" dirty="0">
                <a:latin typeface="+mj-lt"/>
              </a:rPr>
              <a:t>Figure 3: </a:t>
            </a:r>
            <a:r>
              <a:rPr lang="en-US" sz="2378" dirty="0">
                <a:latin typeface="+mj-lt"/>
              </a:rPr>
              <a:t>Experiment Pipeline Architecture</a:t>
            </a:r>
            <a:endParaRPr lang="he-IL" altLang="he-IL" sz="2378" dirty="0">
              <a:latin typeface="+mj-lt"/>
            </a:endParaRPr>
          </a:p>
        </p:txBody>
      </p:sp>
      <p:sp>
        <p:nvSpPr>
          <p:cNvPr id="4" name="AutoShape 3" descr="התמונה שנבחרה מוצגת ב-Lightbox.">
            <a:extLst>
              <a:ext uri="{FF2B5EF4-FFF2-40B4-BE49-F238E27FC236}">
                <a16:creationId xmlns:a16="http://schemas.microsoft.com/office/drawing/2014/main" id="{2CAD7FDC-B4CB-037B-4371-8CF5245BFA7C}"/>
              </a:ext>
            </a:extLst>
          </p:cNvPr>
          <p:cNvSpPr>
            <a:spLocks noChangeAspect="1" noChangeArrowheads="1"/>
          </p:cNvSpPr>
          <p:nvPr/>
        </p:nvSpPr>
        <p:spPr bwMode="auto">
          <a:xfrm>
            <a:off x="14984413" y="212486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5" descr="התמונה שנבחרה מוצגת ב-Lightbox.">
            <a:extLst>
              <a:ext uri="{FF2B5EF4-FFF2-40B4-BE49-F238E27FC236}">
                <a16:creationId xmlns:a16="http://schemas.microsoft.com/office/drawing/2014/main" id="{4AA9C33B-A36C-94D5-68CB-9C0077FE799E}"/>
              </a:ext>
            </a:extLst>
          </p:cNvPr>
          <p:cNvSpPr>
            <a:spLocks noChangeAspect="1" noChangeArrowheads="1"/>
          </p:cNvSpPr>
          <p:nvPr/>
        </p:nvSpPr>
        <p:spPr bwMode="auto">
          <a:xfrm>
            <a:off x="15136813" y="214010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5">
            <a:extLst>
              <a:ext uri="{FF2B5EF4-FFF2-40B4-BE49-F238E27FC236}">
                <a16:creationId xmlns:a16="http://schemas.microsoft.com/office/drawing/2014/main" id="{78BFDEC6-7C1F-A843-C2EE-4BCBDD752C86}"/>
              </a:ext>
            </a:extLst>
          </p:cNvPr>
          <p:cNvSpPr txBox="1">
            <a:spLocks noChangeArrowheads="1"/>
          </p:cNvSpPr>
          <p:nvPr/>
        </p:nvSpPr>
        <p:spPr bwMode="auto">
          <a:xfrm rot="10800000" flipV="1">
            <a:off x="22286611" y="20137989"/>
            <a:ext cx="7210509" cy="824200"/>
          </a:xfrm>
          <a:prstGeom prst="rect">
            <a:avLst/>
          </a:prstGeom>
          <a:noFill/>
          <a:ln>
            <a:noFill/>
          </a:ln>
        </p:spPr>
        <p:txBody>
          <a:bodyPr wrap="square">
            <a:spAutoFit/>
          </a:bodyPr>
          <a:lstStyle/>
          <a:p>
            <a:pPr algn="ctr">
              <a:defRPr/>
            </a:pPr>
            <a:r>
              <a:rPr lang="en-US" altLang="he-IL" sz="2378" b="1" dirty="0">
                <a:latin typeface="+mj-lt"/>
              </a:rPr>
              <a:t>Figure 5: </a:t>
            </a:r>
            <a:r>
              <a:rPr lang="en-US" sz="2378" dirty="0">
                <a:latin typeface="+mj-lt"/>
              </a:rPr>
              <a:t>Performance comparison between control and TC-Pretrain ensembles</a:t>
            </a:r>
            <a:endParaRPr lang="he-IL" altLang="he-IL" sz="2378" dirty="0">
              <a:latin typeface="+mj-lt"/>
            </a:endParaRPr>
          </a:p>
        </p:txBody>
      </p:sp>
      <p:graphicFrame>
        <p:nvGraphicFramePr>
          <p:cNvPr id="12" name="טבלה 11">
            <a:extLst>
              <a:ext uri="{FF2B5EF4-FFF2-40B4-BE49-F238E27FC236}">
                <a16:creationId xmlns:a16="http://schemas.microsoft.com/office/drawing/2014/main" id="{A458ED0F-F00C-D4A1-6A38-950312EDF311}"/>
              </a:ext>
            </a:extLst>
          </p:cNvPr>
          <p:cNvGraphicFramePr>
            <a:graphicFrameLocks noGrp="1"/>
          </p:cNvGraphicFramePr>
          <p:nvPr>
            <p:extLst>
              <p:ext uri="{D42A27DB-BD31-4B8C-83A1-F6EECF244321}">
                <p14:modId xmlns:p14="http://schemas.microsoft.com/office/powerpoint/2010/main" val="1671983774"/>
              </p:ext>
            </p:extLst>
          </p:nvPr>
        </p:nvGraphicFramePr>
        <p:xfrm>
          <a:off x="2354573" y="31327726"/>
          <a:ext cx="10187585" cy="2994660"/>
        </p:xfrm>
        <a:graphic>
          <a:graphicData uri="http://schemas.openxmlformats.org/drawingml/2006/table">
            <a:tbl>
              <a:tblPr firstRow="1" bandRow="1">
                <a:tableStyleId>{5C22544A-7EE6-4342-B048-85BDC9FD1C3A}</a:tableStyleId>
              </a:tblPr>
              <a:tblGrid>
                <a:gridCol w="4015385">
                  <a:extLst>
                    <a:ext uri="{9D8B030D-6E8A-4147-A177-3AD203B41FA5}">
                      <a16:colId xmlns:a16="http://schemas.microsoft.com/office/drawing/2014/main" val="1897389198"/>
                    </a:ext>
                  </a:extLst>
                </a:gridCol>
                <a:gridCol w="2743200">
                  <a:extLst>
                    <a:ext uri="{9D8B030D-6E8A-4147-A177-3AD203B41FA5}">
                      <a16:colId xmlns:a16="http://schemas.microsoft.com/office/drawing/2014/main" val="1382329879"/>
                    </a:ext>
                  </a:extLst>
                </a:gridCol>
                <a:gridCol w="3429000">
                  <a:extLst>
                    <a:ext uri="{9D8B030D-6E8A-4147-A177-3AD203B41FA5}">
                      <a16:colId xmlns:a16="http://schemas.microsoft.com/office/drawing/2014/main" val="2429783154"/>
                    </a:ext>
                  </a:extLst>
                </a:gridCol>
              </a:tblGrid>
              <a:tr h="370840">
                <a:tc>
                  <a:txBody>
                    <a:bodyPr/>
                    <a:lstStyle/>
                    <a:p>
                      <a:pPr algn="ctr"/>
                      <a:r>
                        <a:rPr lang="en-US" sz="3330" dirty="0"/>
                        <a:t>Metric</a:t>
                      </a:r>
                    </a:p>
                  </a:txBody>
                  <a:tcPr/>
                </a:tc>
                <a:tc>
                  <a:txBody>
                    <a:bodyPr/>
                    <a:lstStyle/>
                    <a:p>
                      <a:pPr algn="ctr"/>
                      <a:r>
                        <a:rPr lang="en-US" sz="3330" dirty="0"/>
                        <a:t>Control</a:t>
                      </a:r>
                    </a:p>
                  </a:txBody>
                  <a:tcPr/>
                </a:tc>
                <a:tc>
                  <a:txBody>
                    <a:bodyPr/>
                    <a:lstStyle/>
                    <a:p>
                      <a:pPr algn="ctr"/>
                      <a:r>
                        <a:rPr lang="en-US" sz="3330" dirty="0"/>
                        <a:t>TC Transfer</a:t>
                      </a:r>
                    </a:p>
                  </a:txBody>
                  <a:tcPr/>
                </a:tc>
                <a:extLst>
                  <a:ext uri="{0D108BD9-81ED-4DB2-BD59-A6C34878D82A}">
                    <a16:rowId xmlns:a16="http://schemas.microsoft.com/office/drawing/2014/main" val="3403017644"/>
                  </a:ext>
                </a:extLst>
              </a:tr>
              <a:tr h="370840">
                <a:tc>
                  <a:txBody>
                    <a:bodyPr/>
                    <a:lstStyle/>
                    <a:p>
                      <a:pPr algn="ctr"/>
                      <a:r>
                        <a:rPr lang="en-US" sz="3330" dirty="0"/>
                        <a:t>Validation Acc.</a:t>
                      </a:r>
                    </a:p>
                  </a:txBody>
                  <a:tcPr/>
                </a:tc>
                <a:tc>
                  <a:txBody>
                    <a:bodyPr/>
                    <a:lstStyle/>
                    <a:p>
                      <a:pPr algn="ctr"/>
                      <a:r>
                        <a:rPr lang="en-US" sz="3330" dirty="0"/>
                        <a:t>81.0%</a:t>
                      </a:r>
                    </a:p>
                  </a:txBody>
                  <a:tcPr/>
                </a:tc>
                <a:tc>
                  <a:txBody>
                    <a:bodyPr/>
                    <a:lstStyle/>
                    <a:p>
                      <a:pPr algn="ctr"/>
                      <a:r>
                        <a:rPr lang="en-US" sz="3330" dirty="0"/>
                        <a:t>84.2%</a:t>
                      </a:r>
                    </a:p>
                  </a:txBody>
                  <a:tcPr/>
                </a:tc>
                <a:extLst>
                  <a:ext uri="{0D108BD9-81ED-4DB2-BD59-A6C34878D82A}">
                    <a16:rowId xmlns:a16="http://schemas.microsoft.com/office/drawing/2014/main" val="528144230"/>
                  </a:ext>
                </a:extLst>
              </a:tr>
              <a:tr h="370840">
                <a:tc>
                  <a:txBody>
                    <a:bodyPr/>
                    <a:lstStyle/>
                    <a:p>
                      <a:pPr algn="ctr"/>
                      <a:r>
                        <a:rPr lang="en-US" sz="3330" dirty="0"/>
                        <a:t>Balanced Acc.</a:t>
                      </a:r>
                    </a:p>
                  </a:txBody>
                  <a:tcPr/>
                </a:tc>
                <a:tc>
                  <a:txBody>
                    <a:bodyPr/>
                    <a:lstStyle/>
                    <a:p>
                      <a:pPr algn="ctr"/>
                      <a:r>
                        <a:rPr lang="en-US" sz="3330" dirty="0"/>
                        <a:t>80.1%</a:t>
                      </a:r>
                    </a:p>
                  </a:txBody>
                  <a:tcPr/>
                </a:tc>
                <a:tc>
                  <a:txBody>
                    <a:bodyPr/>
                    <a:lstStyle/>
                    <a:p>
                      <a:pPr algn="ctr"/>
                      <a:r>
                        <a:rPr lang="en-US" sz="3330" dirty="0"/>
                        <a:t>83.6%</a:t>
                      </a:r>
                    </a:p>
                  </a:txBody>
                  <a:tcPr/>
                </a:tc>
                <a:extLst>
                  <a:ext uri="{0D108BD9-81ED-4DB2-BD59-A6C34878D82A}">
                    <a16:rowId xmlns:a16="http://schemas.microsoft.com/office/drawing/2014/main" val="1661708274"/>
                  </a:ext>
                </a:extLst>
              </a:tr>
              <a:tr h="370840">
                <a:tc>
                  <a:txBody>
                    <a:bodyPr/>
                    <a:lstStyle/>
                    <a:p>
                      <a:pPr algn="ctr"/>
                      <a:r>
                        <a:rPr lang="en-US" sz="3330" dirty="0"/>
                        <a:t>ROC-AUC</a:t>
                      </a:r>
                    </a:p>
                  </a:txBody>
                  <a:tcPr/>
                </a:tc>
                <a:tc>
                  <a:txBody>
                    <a:bodyPr/>
                    <a:lstStyle/>
                    <a:p>
                      <a:pPr algn="ctr"/>
                      <a:r>
                        <a:rPr lang="en-US" sz="3330" dirty="0"/>
                        <a:t>97.0%</a:t>
                      </a:r>
                    </a:p>
                  </a:txBody>
                  <a:tcPr/>
                </a:tc>
                <a:tc>
                  <a:txBody>
                    <a:bodyPr/>
                    <a:lstStyle/>
                    <a:p>
                      <a:pPr algn="ctr"/>
                      <a:r>
                        <a:rPr lang="en-US" sz="3330" dirty="0"/>
                        <a:t>97.3%</a:t>
                      </a:r>
                    </a:p>
                  </a:txBody>
                  <a:tcPr/>
                </a:tc>
                <a:extLst>
                  <a:ext uri="{0D108BD9-81ED-4DB2-BD59-A6C34878D82A}">
                    <a16:rowId xmlns:a16="http://schemas.microsoft.com/office/drawing/2014/main" val="3161800501"/>
                  </a:ext>
                </a:extLst>
              </a:tr>
              <a:tr h="370840">
                <a:tc>
                  <a:txBody>
                    <a:bodyPr/>
                    <a:lstStyle/>
                    <a:p>
                      <a:pPr algn="ctr"/>
                      <a:r>
                        <a:rPr lang="en-US" sz="3330" dirty="0"/>
                        <a:t>MCC</a:t>
                      </a:r>
                    </a:p>
                  </a:txBody>
                  <a:tcPr/>
                </a:tc>
                <a:tc>
                  <a:txBody>
                    <a:bodyPr/>
                    <a:lstStyle/>
                    <a:p>
                      <a:pPr algn="ctr"/>
                      <a:r>
                        <a:rPr lang="en-US" sz="3330" dirty="0"/>
                        <a:t>0.762</a:t>
                      </a:r>
                    </a:p>
                  </a:txBody>
                  <a:tcPr/>
                </a:tc>
                <a:tc>
                  <a:txBody>
                    <a:bodyPr/>
                    <a:lstStyle/>
                    <a:p>
                      <a:pPr algn="ctr"/>
                      <a:r>
                        <a:rPr lang="en-US" sz="3330" dirty="0"/>
                        <a:t>0.802</a:t>
                      </a:r>
                    </a:p>
                  </a:txBody>
                  <a:tcPr/>
                </a:tc>
                <a:extLst>
                  <a:ext uri="{0D108BD9-81ED-4DB2-BD59-A6C34878D82A}">
                    <a16:rowId xmlns:a16="http://schemas.microsoft.com/office/drawing/2014/main" val="4240895938"/>
                  </a:ext>
                </a:extLst>
              </a:tr>
            </a:tbl>
          </a:graphicData>
        </a:graphic>
      </p:graphicFrame>
      <p:sp>
        <p:nvSpPr>
          <p:cNvPr id="13" name="TextBox 5">
            <a:extLst>
              <a:ext uri="{FF2B5EF4-FFF2-40B4-BE49-F238E27FC236}">
                <a16:creationId xmlns:a16="http://schemas.microsoft.com/office/drawing/2014/main" id="{C1A1EE73-9DD5-056A-634D-1D2B5EC31FB9}"/>
              </a:ext>
            </a:extLst>
          </p:cNvPr>
          <p:cNvSpPr txBox="1">
            <a:spLocks noChangeArrowheads="1"/>
          </p:cNvSpPr>
          <p:nvPr/>
        </p:nvSpPr>
        <p:spPr bwMode="auto">
          <a:xfrm rot="10800000" flipV="1">
            <a:off x="2354572" y="34482993"/>
            <a:ext cx="10187584" cy="824200"/>
          </a:xfrm>
          <a:prstGeom prst="rect">
            <a:avLst/>
          </a:prstGeom>
          <a:noFill/>
          <a:ln>
            <a:noFill/>
          </a:ln>
        </p:spPr>
        <p:txBody>
          <a:bodyPr wrap="square">
            <a:spAutoFit/>
          </a:bodyPr>
          <a:lstStyle/>
          <a:p>
            <a:pPr algn="ctr">
              <a:defRPr/>
            </a:pPr>
            <a:r>
              <a:rPr lang="en-US" altLang="he-IL" sz="2378" b="1" dirty="0">
                <a:latin typeface="+mj-lt"/>
              </a:rPr>
              <a:t>Figure 6: </a:t>
            </a:r>
            <a:r>
              <a:rPr lang="en-US" sz="2378" dirty="0">
                <a:latin typeface="+mj-lt"/>
              </a:rPr>
              <a:t>Comparison of key performance metrics between the Control and TC Transfer ensembles at optimal configuration.</a:t>
            </a:r>
            <a:endParaRPr lang="he-IL" altLang="he-IL" sz="2378" dirty="0">
              <a:latin typeface="+mj-lt"/>
            </a:endParaRPr>
          </a:p>
        </p:txBody>
      </p:sp>
      <p:graphicFrame>
        <p:nvGraphicFramePr>
          <p:cNvPr id="14" name="טבלה 13">
            <a:extLst>
              <a:ext uri="{FF2B5EF4-FFF2-40B4-BE49-F238E27FC236}">
                <a16:creationId xmlns:a16="http://schemas.microsoft.com/office/drawing/2014/main" id="{41118F01-BCB0-DD23-EE72-6B9904265E8E}"/>
              </a:ext>
            </a:extLst>
          </p:cNvPr>
          <p:cNvGraphicFramePr>
            <a:graphicFrameLocks noGrp="1"/>
          </p:cNvGraphicFramePr>
          <p:nvPr>
            <p:extLst>
              <p:ext uri="{D42A27DB-BD31-4B8C-83A1-F6EECF244321}">
                <p14:modId xmlns:p14="http://schemas.microsoft.com/office/powerpoint/2010/main" val="2664140467"/>
              </p:ext>
            </p:extLst>
          </p:nvPr>
        </p:nvGraphicFramePr>
        <p:xfrm>
          <a:off x="15113457" y="31327726"/>
          <a:ext cx="14232679" cy="2994660"/>
        </p:xfrm>
        <a:graphic>
          <a:graphicData uri="http://schemas.openxmlformats.org/drawingml/2006/table">
            <a:tbl>
              <a:tblPr firstRow="1" bandRow="1">
                <a:tableStyleId>{5C22544A-7EE6-4342-B048-85BDC9FD1C3A}</a:tableStyleId>
              </a:tblPr>
              <a:tblGrid>
                <a:gridCol w="2469693">
                  <a:extLst>
                    <a:ext uri="{9D8B030D-6E8A-4147-A177-3AD203B41FA5}">
                      <a16:colId xmlns:a16="http://schemas.microsoft.com/office/drawing/2014/main" val="2413304527"/>
                    </a:ext>
                  </a:extLst>
                </a:gridCol>
                <a:gridCol w="4361993">
                  <a:extLst>
                    <a:ext uri="{9D8B030D-6E8A-4147-A177-3AD203B41FA5}">
                      <a16:colId xmlns:a16="http://schemas.microsoft.com/office/drawing/2014/main" val="2617691214"/>
                    </a:ext>
                  </a:extLst>
                </a:gridCol>
                <a:gridCol w="2111612">
                  <a:extLst>
                    <a:ext uri="{9D8B030D-6E8A-4147-A177-3AD203B41FA5}">
                      <a16:colId xmlns:a16="http://schemas.microsoft.com/office/drawing/2014/main" val="4198625342"/>
                    </a:ext>
                  </a:extLst>
                </a:gridCol>
                <a:gridCol w="2442845">
                  <a:extLst>
                    <a:ext uri="{9D8B030D-6E8A-4147-A177-3AD203B41FA5}">
                      <a16:colId xmlns:a16="http://schemas.microsoft.com/office/drawing/2014/main" val="688360195"/>
                    </a:ext>
                  </a:extLst>
                </a:gridCol>
                <a:gridCol w="2846536">
                  <a:extLst>
                    <a:ext uri="{9D8B030D-6E8A-4147-A177-3AD203B41FA5}">
                      <a16:colId xmlns:a16="http://schemas.microsoft.com/office/drawing/2014/main" val="1464957605"/>
                    </a:ext>
                  </a:extLst>
                </a:gridCol>
              </a:tblGrid>
              <a:tr h="512142">
                <a:tc>
                  <a:txBody>
                    <a:bodyPr/>
                    <a:lstStyle/>
                    <a:p>
                      <a:pPr algn="ctr"/>
                      <a:r>
                        <a:rPr lang="en-US" sz="3330" dirty="0"/>
                        <a:t>Config Type</a:t>
                      </a:r>
                    </a:p>
                  </a:txBody>
                  <a:tcPr/>
                </a:tc>
                <a:tc>
                  <a:txBody>
                    <a:bodyPr/>
                    <a:lstStyle/>
                    <a:p>
                      <a:pPr algn="ctr"/>
                      <a:r>
                        <a:rPr lang="en-US" sz="3330" dirty="0"/>
                        <a:t>Config</a:t>
                      </a:r>
                    </a:p>
                  </a:txBody>
                  <a:tcPr/>
                </a:tc>
                <a:tc>
                  <a:txBody>
                    <a:bodyPr/>
                    <a:lstStyle/>
                    <a:p>
                      <a:pPr algn="ctr"/>
                      <a:r>
                        <a:rPr lang="en-US" sz="3330" dirty="0"/>
                        <a:t>TC Acc.</a:t>
                      </a:r>
                    </a:p>
                  </a:txBody>
                  <a:tcPr/>
                </a:tc>
                <a:tc>
                  <a:txBody>
                    <a:bodyPr/>
                    <a:lstStyle/>
                    <a:p>
                      <a:pPr algn="ctr"/>
                      <a:r>
                        <a:rPr lang="en-US" sz="3330" dirty="0"/>
                        <a:t>Control Acc.</a:t>
                      </a:r>
                    </a:p>
                  </a:txBody>
                  <a:tcPr/>
                </a:tc>
                <a:tc>
                  <a:txBody>
                    <a:bodyPr/>
                    <a:lstStyle/>
                    <a:p>
                      <a:pPr algn="ctr"/>
                      <a:r>
                        <a:rPr lang="en-US" sz="3330" dirty="0"/>
                        <a:t>Delta</a:t>
                      </a:r>
                    </a:p>
                  </a:txBody>
                  <a:tcPr/>
                </a:tc>
                <a:extLst>
                  <a:ext uri="{0D108BD9-81ED-4DB2-BD59-A6C34878D82A}">
                    <a16:rowId xmlns:a16="http://schemas.microsoft.com/office/drawing/2014/main" val="1623537379"/>
                  </a:ext>
                </a:extLst>
              </a:tr>
              <a:tr h="512142">
                <a:tc>
                  <a:txBody>
                    <a:bodyPr/>
                    <a:lstStyle/>
                    <a:p>
                      <a:pPr algn="ctr"/>
                      <a:r>
                        <a:rPr lang="en-US" sz="3330" dirty="0"/>
                        <a:t>Best</a:t>
                      </a:r>
                    </a:p>
                  </a:txBody>
                  <a:tcPr/>
                </a:tc>
                <a:tc>
                  <a:txBody>
                    <a:bodyPr/>
                    <a:lstStyle/>
                    <a:p>
                      <a:pPr algn="ctr"/>
                      <a:r>
                        <a:rPr lang="en-US" sz="3330" dirty="0"/>
                        <a:t>Seed 6, ls=0.10, </a:t>
                      </a:r>
                      <a:r>
                        <a:rPr lang="en-US" sz="3330" dirty="0" err="1"/>
                        <a:t>lr</a:t>
                      </a:r>
                      <a:r>
                        <a:rPr lang="en-US" sz="3330" dirty="0"/>
                        <a:t>=5e-6</a:t>
                      </a:r>
                    </a:p>
                  </a:txBody>
                  <a:tcPr/>
                </a:tc>
                <a:tc>
                  <a:txBody>
                    <a:bodyPr/>
                    <a:lstStyle/>
                    <a:p>
                      <a:pPr algn="ctr"/>
                      <a:r>
                        <a:rPr lang="en-US" sz="3330" dirty="0"/>
                        <a:t>84.2%</a:t>
                      </a:r>
                    </a:p>
                  </a:txBody>
                  <a:tcPr/>
                </a:tc>
                <a:tc>
                  <a:txBody>
                    <a:bodyPr/>
                    <a:lstStyle/>
                    <a:p>
                      <a:pPr algn="ctr"/>
                      <a:r>
                        <a:rPr lang="en-US" sz="3330" dirty="0"/>
                        <a:t>81.0%</a:t>
                      </a:r>
                    </a:p>
                  </a:txBody>
                  <a:tcPr/>
                </a:tc>
                <a:tc>
                  <a:txBody>
                    <a:bodyPr/>
                    <a:lstStyle/>
                    <a:p>
                      <a:pPr algn="ctr"/>
                      <a:r>
                        <a:rPr lang="en-US" sz="3330" b="1" dirty="0">
                          <a:solidFill>
                            <a:srgbClr val="66BB6A"/>
                          </a:solidFill>
                        </a:rPr>
                        <a:t>+3.2%</a:t>
                      </a:r>
                    </a:p>
                  </a:txBody>
                  <a:tcPr/>
                </a:tc>
                <a:extLst>
                  <a:ext uri="{0D108BD9-81ED-4DB2-BD59-A6C34878D82A}">
                    <a16:rowId xmlns:a16="http://schemas.microsoft.com/office/drawing/2014/main" val="824234551"/>
                  </a:ext>
                </a:extLst>
              </a:tr>
              <a:tr h="583310">
                <a:tc>
                  <a:txBody>
                    <a:bodyPr/>
                    <a:lstStyle/>
                    <a:p>
                      <a:pPr algn="ctr"/>
                      <a:r>
                        <a:rPr lang="en-US" sz="3330" dirty="0"/>
                        <a:t>Median</a:t>
                      </a:r>
                    </a:p>
                  </a:txBody>
                  <a:tcPr/>
                </a:tc>
                <a:tc>
                  <a:txBody>
                    <a:bodyPr/>
                    <a:lstStyle/>
                    <a:p>
                      <a:pPr algn="ctr"/>
                      <a:r>
                        <a:rPr lang="en-US" sz="3330" dirty="0"/>
                        <a:t>Seed 6, ls=0.10, </a:t>
                      </a:r>
                      <a:r>
                        <a:rPr lang="en-US" sz="3330" dirty="0" err="1"/>
                        <a:t>lr</a:t>
                      </a:r>
                      <a:r>
                        <a:rPr lang="en-US" sz="3330" dirty="0"/>
                        <a:t>=1e-5</a:t>
                      </a:r>
                    </a:p>
                  </a:txBody>
                  <a:tcPr/>
                </a:tc>
                <a:tc>
                  <a:txBody>
                    <a:bodyPr/>
                    <a:lstStyle/>
                    <a:p>
                      <a:pPr marL="0" marR="0" lvl="0" indent="0" algn="ctr" defTabSz="4130970" rtl="1" eaLnBrk="1" fontAlgn="auto" latinLnBrk="0" hangingPunct="1">
                        <a:lnSpc>
                          <a:spcPct val="100000"/>
                        </a:lnSpc>
                        <a:spcBef>
                          <a:spcPts val="0"/>
                        </a:spcBef>
                        <a:spcAft>
                          <a:spcPts val="0"/>
                        </a:spcAft>
                        <a:buClrTx/>
                        <a:buSzTx/>
                        <a:buFontTx/>
                        <a:buNone/>
                        <a:tabLst/>
                        <a:defRPr/>
                      </a:pPr>
                      <a:r>
                        <a:rPr lang="en-US" sz="3330" dirty="0"/>
                        <a:t>82.3%</a:t>
                      </a:r>
                    </a:p>
                  </a:txBody>
                  <a:tcPr/>
                </a:tc>
                <a:tc>
                  <a:txBody>
                    <a:bodyPr/>
                    <a:lstStyle/>
                    <a:p>
                      <a:pPr algn="ctr"/>
                      <a:r>
                        <a:rPr lang="en-US" sz="3330" dirty="0"/>
                        <a:t>81.0%</a:t>
                      </a:r>
                    </a:p>
                  </a:txBody>
                  <a:tcPr/>
                </a:tc>
                <a:tc>
                  <a:txBody>
                    <a:bodyPr/>
                    <a:lstStyle/>
                    <a:p>
                      <a:pPr marL="0" marR="0" lvl="0" indent="0" algn="ctr" defTabSz="4130970" rtl="1" eaLnBrk="1" fontAlgn="auto" latinLnBrk="0" hangingPunct="1">
                        <a:lnSpc>
                          <a:spcPct val="100000"/>
                        </a:lnSpc>
                        <a:spcBef>
                          <a:spcPts val="0"/>
                        </a:spcBef>
                        <a:spcAft>
                          <a:spcPts val="0"/>
                        </a:spcAft>
                        <a:buClrTx/>
                        <a:buSzTx/>
                        <a:buFontTx/>
                        <a:buNone/>
                        <a:tabLst/>
                        <a:defRPr/>
                      </a:pPr>
                      <a:r>
                        <a:rPr lang="en-US" sz="3330" dirty="0">
                          <a:solidFill>
                            <a:srgbClr val="2E7D32"/>
                          </a:solidFill>
                        </a:rPr>
                        <a:t>+1.3%</a:t>
                      </a:r>
                    </a:p>
                  </a:txBody>
                  <a:tcPr/>
                </a:tc>
                <a:extLst>
                  <a:ext uri="{0D108BD9-81ED-4DB2-BD59-A6C34878D82A}">
                    <a16:rowId xmlns:a16="http://schemas.microsoft.com/office/drawing/2014/main" val="2627877004"/>
                  </a:ext>
                </a:extLst>
              </a:tr>
              <a:tr h="512142">
                <a:tc>
                  <a:txBody>
                    <a:bodyPr/>
                    <a:lstStyle/>
                    <a:p>
                      <a:pPr algn="ctr"/>
                      <a:r>
                        <a:rPr lang="en-US" sz="3330" dirty="0"/>
                        <a:t>Control</a:t>
                      </a:r>
                    </a:p>
                  </a:txBody>
                  <a:tcPr/>
                </a:tc>
                <a:tc>
                  <a:txBody>
                    <a:bodyPr/>
                    <a:lstStyle/>
                    <a:p>
                      <a:pPr algn="ctr"/>
                      <a:r>
                        <a:rPr lang="en-US" sz="3330" dirty="0"/>
                        <a:t> Seed 3, ls=0.20, </a:t>
                      </a:r>
                      <a:r>
                        <a:rPr lang="en-US" sz="3330" dirty="0" err="1"/>
                        <a:t>lr</a:t>
                      </a:r>
                      <a:r>
                        <a:rPr lang="en-US" sz="3330" dirty="0"/>
                        <a:t>=1e-5</a:t>
                      </a:r>
                    </a:p>
                  </a:txBody>
                  <a:tcPr/>
                </a:tc>
                <a:tc>
                  <a:txBody>
                    <a:bodyPr/>
                    <a:lstStyle/>
                    <a:p>
                      <a:pPr marL="0" marR="0" lvl="0" indent="0" algn="ctr" defTabSz="4130970" rtl="1" eaLnBrk="1" fontAlgn="auto" latinLnBrk="0" hangingPunct="1">
                        <a:lnSpc>
                          <a:spcPct val="100000"/>
                        </a:lnSpc>
                        <a:spcBef>
                          <a:spcPts val="0"/>
                        </a:spcBef>
                        <a:spcAft>
                          <a:spcPts val="0"/>
                        </a:spcAft>
                        <a:buClrTx/>
                        <a:buSzTx/>
                        <a:buFontTx/>
                        <a:buNone/>
                        <a:tabLst/>
                        <a:defRPr/>
                      </a:pPr>
                      <a:r>
                        <a:rPr lang="en-US" sz="3330" dirty="0"/>
                        <a:t>82.3%</a:t>
                      </a:r>
                    </a:p>
                  </a:txBody>
                  <a:tcPr/>
                </a:tc>
                <a:tc>
                  <a:txBody>
                    <a:bodyPr/>
                    <a:lstStyle/>
                    <a:p>
                      <a:pPr algn="ctr"/>
                      <a:r>
                        <a:rPr lang="en-US" sz="3330" dirty="0"/>
                        <a:t>82.3%</a:t>
                      </a:r>
                    </a:p>
                  </a:txBody>
                  <a:tcPr/>
                </a:tc>
                <a:tc>
                  <a:txBody>
                    <a:bodyPr/>
                    <a:lstStyle/>
                    <a:p>
                      <a:pPr marL="0" marR="0" lvl="0" indent="0" algn="ctr" defTabSz="4130970" rtl="1" eaLnBrk="1" fontAlgn="auto" latinLnBrk="0" hangingPunct="1">
                        <a:lnSpc>
                          <a:spcPct val="100000"/>
                        </a:lnSpc>
                        <a:spcBef>
                          <a:spcPts val="0"/>
                        </a:spcBef>
                        <a:spcAft>
                          <a:spcPts val="0"/>
                        </a:spcAft>
                        <a:buClrTx/>
                        <a:buSzTx/>
                        <a:buFontTx/>
                        <a:buNone/>
                        <a:tabLst/>
                        <a:defRPr/>
                      </a:pPr>
                      <a:r>
                        <a:rPr lang="en-US" sz="3330" dirty="0"/>
                        <a:t>+0.0%</a:t>
                      </a:r>
                    </a:p>
                  </a:txBody>
                  <a:tcPr/>
                </a:tc>
                <a:extLst>
                  <a:ext uri="{0D108BD9-81ED-4DB2-BD59-A6C34878D82A}">
                    <a16:rowId xmlns:a16="http://schemas.microsoft.com/office/drawing/2014/main" val="1069597969"/>
                  </a:ext>
                </a:extLst>
              </a:tr>
              <a:tr h="512142">
                <a:tc>
                  <a:txBody>
                    <a:bodyPr/>
                    <a:lstStyle/>
                    <a:p>
                      <a:pPr algn="ctr"/>
                      <a:r>
                        <a:rPr lang="en-US" sz="3330" dirty="0"/>
                        <a:t>Worst</a:t>
                      </a:r>
                    </a:p>
                  </a:txBody>
                  <a:tcPr/>
                </a:tc>
                <a:tc>
                  <a:txBody>
                    <a:bodyPr/>
                    <a:lstStyle/>
                    <a:p>
                      <a:pPr algn="ctr"/>
                      <a:r>
                        <a:rPr lang="en-US" sz="3330" dirty="0"/>
                        <a:t>Seed 2, ls=0.00, </a:t>
                      </a:r>
                      <a:r>
                        <a:rPr lang="en-US" sz="3330" dirty="0" err="1"/>
                        <a:t>lr</a:t>
                      </a:r>
                      <a:r>
                        <a:rPr lang="en-US" sz="3330" dirty="0"/>
                        <a:t>=1e-6</a:t>
                      </a:r>
                    </a:p>
                  </a:txBody>
                  <a:tcPr/>
                </a:tc>
                <a:tc>
                  <a:txBody>
                    <a:bodyPr/>
                    <a:lstStyle/>
                    <a:p>
                      <a:pPr algn="ctr"/>
                      <a:r>
                        <a:rPr lang="en-US" sz="3330" dirty="0"/>
                        <a:t>80.4%</a:t>
                      </a:r>
                    </a:p>
                  </a:txBody>
                  <a:tcPr/>
                </a:tc>
                <a:tc>
                  <a:txBody>
                    <a:bodyPr/>
                    <a:lstStyle/>
                    <a:p>
                      <a:pPr algn="ctr"/>
                      <a:r>
                        <a:rPr lang="en-US" sz="3330" dirty="0"/>
                        <a:t>81.6%</a:t>
                      </a:r>
                    </a:p>
                  </a:txBody>
                  <a:tcPr/>
                </a:tc>
                <a:tc>
                  <a:txBody>
                    <a:bodyPr/>
                    <a:lstStyle/>
                    <a:p>
                      <a:pPr marL="0" marR="0" lvl="0" indent="0" algn="ctr" defTabSz="4130970" rtl="1" eaLnBrk="1" fontAlgn="auto" latinLnBrk="0" hangingPunct="1">
                        <a:lnSpc>
                          <a:spcPct val="100000"/>
                        </a:lnSpc>
                        <a:spcBef>
                          <a:spcPts val="0"/>
                        </a:spcBef>
                        <a:spcAft>
                          <a:spcPts val="0"/>
                        </a:spcAft>
                        <a:buClrTx/>
                        <a:buSzTx/>
                        <a:buFontTx/>
                        <a:buNone/>
                        <a:tabLst/>
                        <a:defRPr/>
                      </a:pPr>
                      <a:r>
                        <a:rPr lang="en-US" sz="3330" dirty="0">
                          <a:solidFill>
                            <a:srgbClr val="C62828"/>
                          </a:solidFill>
                        </a:rPr>
                        <a:t>-1.2%</a:t>
                      </a:r>
                    </a:p>
                  </a:txBody>
                  <a:tcPr/>
                </a:tc>
                <a:extLst>
                  <a:ext uri="{0D108BD9-81ED-4DB2-BD59-A6C34878D82A}">
                    <a16:rowId xmlns:a16="http://schemas.microsoft.com/office/drawing/2014/main" val="1416179683"/>
                  </a:ext>
                </a:extLst>
              </a:tr>
            </a:tbl>
          </a:graphicData>
        </a:graphic>
      </p:graphicFrame>
      <p:sp>
        <p:nvSpPr>
          <p:cNvPr id="15" name="TextBox 5">
            <a:extLst>
              <a:ext uri="{FF2B5EF4-FFF2-40B4-BE49-F238E27FC236}">
                <a16:creationId xmlns:a16="http://schemas.microsoft.com/office/drawing/2014/main" id="{D02481CB-202F-FD08-8386-455F29F77670}"/>
              </a:ext>
            </a:extLst>
          </p:cNvPr>
          <p:cNvSpPr txBox="1">
            <a:spLocks noChangeArrowheads="1"/>
          </p:cNvSpPr>
          <p:nvPr/>
        </p:nvSpPr>
        <p:spPr bwMode="auto">
          <a:xfrm rot="10800000" flipV="1">
            <a:off x="14980935" y="34482993"/>
            <a:ext cx="14611350" cy="824200"/>
          </a:xfrm>
          <a:prstGeom prst="rect">
            <a:avLst/>
          </a:prstGeom>
          <a:noFill/>
          <a:ln>
            <a:noFill/>
          </a:ln>
        </p:spPr>
        <p:txBody>
          <a:bodyPr wrap="square">
            <a:spAutoFit/>
          </a:bodyPr>
          <a:lstStyle/>
          <a:p>
            <a:pPr algn="ctr">
              <a:defRPr/>
            </a:pPr>
            <a:r>
              <a:rPr lang="en-US" altLang="he-IL" sz="2378" b="1" dirty="0">
                <a:latin typeface="+mj-lt"/>
              </a:rPr>
              <a:t>Figure 7: </a:t>
            </a:r>
            <a:r>
              <a:rPr lang="en-US" sz="2378" dirty="0">
                <a:latin typeface="+mj-lt"/>
              </a:rPr>
              <a:t>Representative experimental configurations: best-performing, median, worst-performing TC Transfer result, and a case where Control outperformed TC.</a:t>
            </a:r>
            <a:endParaRPr lang="he-IL" altLang="he-IL" sz="2378" dirty="0">
              <a:latin typeface="+mj-lt"/>
            </a:endParaRPr>
          </a:p>
        </p:txBody>
      </p:sp>
      <p:pic>
        <p:nvPicPr>
          <p:cNvPr id="21" name="Graphic 20">
            <a:extLst>
              <a:ext uri="{FF2B5EF4-FFF2-40B4-BE49-F238E27FC236}">
                <a16:creationId xmlns:a16="http://schemas.microsoft.com/office/drawing/2014/main" id="{79D37A0F-FFD7-341C-E79B-58F1D81EB5FE}"/>
              </a:ext>
            </a:extLst>
          </p:cNvPr>
          <p:cNvPicPr>
            <a:picLocks noChangeAspect="1"/>
          </p:cNvPicPr>
          <p:nvPr/>
        </p:nvPicPr>
        <p:blipFill>
          <a:blip>
            <a:extLst>
              <a:ext uri="{96DAC541-7B7A-43D3-8B79-37D633B846F1}">
                <asvg:svgBlip xmlns:asvg="http://schemas.microsoft.com/office/drawing/2016/SVG/main" r:embed="rId4"/>
              </a:ext>
            </a:extLst>
          </a:blip>
          <a:srcRect l="11720" t="7158" r="11261" b="3705"/>
          <a:stretch>
            <a:fillRect/>
          </a:stretch>
        </p:blipFill>
        <p:spPr>
          <a:xfrm>
            <a:off x="20593050" y="12056893"/>
            <a:ext cx="8729934" cy="5603643"/>
          </a:xfrm>
          <a:prstGeom prst="rect">
            <a:avLst/>
          </a:prstGeom>
        </p:spPr>
      </p:pic>
      <p:grpSp>
        <p:nvGrpSpPr>
          <p:cNvPr id="26" name="Group 25">
            <a:extLst>
              <a:ext uri="{FF2B5EF4-FFF2-40B4-BE49-F238E27FC236}">
                <a16:creationId xmlns:a16="http://schemas.microsoft.com/office/drawing/2014/main" id="{D257CD4B-343F-A7E1-280B-153E28027D98}"/>
              </a:ext>
            </a:extLst>
          </p:cNvPr>
          <p:cNvGrpSpPr/>
          <p:nvPr/>
        </p:nvGrpSpPr>
        <p:grpSpPr>
          <a:xfrm>
            <a:off x="22496334" y="20962190"/>
            <a:ext cx="6826650" cy="5496662"/>
            <a:chOff x="11760256" y="19140452"/>
            <a:chExt cx="11234444" cy="9045716"/>
          </a:xfrm>
        </p:grpSpPr>
        <p:pic>
          <p:nvPicPr>
            <p:cNvPr id="23" name="Picture 22">
              <a:extLst>
                <a:ext uri="{FF2B5EF4-FFF2-40B4-BE49-F238E27FC236}">
                  <a16:creationId xmlns:a16="http://schemas.microsoft.com/office/drawing/2014/main" id="{597A97A0-EAD3-0F42-C3FF-C4EF11A4B143}"/>
                </a:ext>
              </a:extLst>
            </p:cNvPr>
            <p:cNvPicPr>
              <a:picLocks noChangeAspect="1"/>
            </p:cNvPicPr>
            <p:nvPr/>
          </p:nvPicPr>
          <p:blipFill>
            <a:blip r:embed="rId5">
              <a:extLst>
                <a:ext uri="{28A0092B-C50C-407E-A947-70E740481C1C}">
                  <a14:useLocalDpi xmlns:a14="http://schemas.microsoft.com/office/drawing/2010/main" val="0"/>
                </a:ext>
              </a:extLst>
            </a:blip>
            <a:srcRect l="28508"/>
            <a:stretch>
              <a:fillRect/>
            </a:stretch>
          </p:blipFill>
          <p:spPr>
            <a:xfrm>
              <a:off x="11760256" y="19140452"/>
              <a:ext cx="11234444" cy="4522858"/>
            </a:xfrm>
            <a:prstGeom prst="rect">
              <a:avLst/>
            </a:prstGeom>
          </p:spPr>
        </p:pic>
        <p:pic>
          <p:nvPicPr>
            <p:cNvPr id="25" name="Picture 24">
              <a:extLst>
                <a:ext uri="{FF2B5EF4-FFF2-40B4-BE49-F238E27FC236}">
                  <a16:creationId xmlns:a16="http://schemas.microsoft.com/office/drawing/2014/main" id="{C88159D4-7FD8-B809-68CC-F5552F9DDF08}"/>
                </a:ext>
              </a:extLst>
            </p:cNvPr>
            <p:cNvPicPr>
              <a:picLocks noChangeAspect="1"/>
            </p:cNvPicPr>
            <p:nvPr/>
          </p:nvPicPr>
          <p:blipFill>
            <a:blip r:embed="rId6">
              <a:extLst>
                <a:ext uri="{28A0092B-C50C-407E-A947-70E740481C1C}">
                  <a14:useLocalDpi xmlns:a14="http://schemas.microsoft.com/office/drawing/2010/main" val="0"/>
                </a:ext>
              </a:extLst>
            </a:blip>
            <a:srcRect l="28508"/>
            <a:stretch>
              <a:fillRect/>
            </a:stretch>
          </p:blipFill>
          <p:spPr>
            <a:xfrm>
              <a:off x="11760256" y="23663310"/>
              <a:ext cx="11234444" cy="4522858"/>
            </a:xfrm>
            <a:prstGeom prst="rect">
              <a:avLst/>
            </a:prstGeom>
          </p:spPr>
        </p:pic>
      </p:grpSp>
      <p:sp>
        <p:nvSpPr>
          <p:cNvPr id="27" name="TextBox 26">
            <a:extLst>
              <a:ext uri="{FF2B5EF4-FFF2-40B4-BE49-F238E27FC236}">
                <a16:creationId xmlns:a16="http://schemas.microsoft.com/office/drawing/2014/main" id="{7C6ED77D-4CAF-3010-A159-701B1E5CCD4D}"/>
              </a:ext>
            </a:extLst>
          </p:cNvPr>
          <p:cNvSpPr txBox="1"/>
          <p:nvPr/>
        </p:nvSpPr>
        <p:spPr>
          <a:xfrm>
            <a:off x="14990761" y="29039727"/>
            <a:ext cx="14506359" cy="2141612"/>
          </a:xfrm>
          <a:prstGeom prst="rect">
            <a:avLst/>
          </a:prstGeom>
          <a:noFill/>
        </p:spPr>
        <p:txBody>
          <a:bodyPr wrap="square">
            <a:spAutoFit/>
          </a:bodyPr>
          <a:lstStyle/>
          <a:p>
            <a:pPr marL="457200" indent="-457200" algn="just">
              <a:buFont typeface="Arial" panose="020B0604020202020204" pitchFamily="34" charset="0"/>
              <a:buChar char="•"/>
              <a:defRPr/>
            </a:pPr>
            <a:r>
              <a:rPr lang="en-US" sz="3329" dirty="0">
                <a:latin typeface="+mn-lt"/>
              </a:rPr>
              <a:t>Hyperparameter Sensitivity: TC advantage only holds at the right </a:t>
            </a:r>
            <a:r>
              <a:rPr lang="en-US" sz="3329" dirty="0" err="1">
                <a:latin typeface="+mn-lt"/>
              </a:rPr>
              <a:t>lr</a:t>
            </a:r>
            <a:r>
              <a:rPr lang="en-US" sz="3329" dirty="0">
                <a:latin typeface="+mn-lt"/>
              </a:rPr>
              <a:t> and label smoothing; wrong settings flip the result.</a:t>
            </a:r>
          </a:p>
          <a:p>
            <a:pPr marL="457200" indent="-457200" algn="just">
              <a:buFont typeface="Arial" panose="020B0604020202020204" pitchFamily="34" charset="0"/>
              <a:buChar char="•"/>
              <a:defRPr/>
            </a:pPr>
            <a:r>
              <a:rPr lang="en-US" sz="3329" dirty="0">
                <a:latin typeface="+mn-lt"/>
              </a:rPr>
              <a:t>Consistent Discriminability: Both pipelines exceeded 97% ROC-AUC across all configurations.</a:t>
            </a:r>
            <a:endParaRPr lang="he-IL" sz="3329" dirty="0">
              <a:latin typeface="+mn-lt"/>
            </a:endParaRPr>
          </a:p>
        </p:txBody>
      </p:sp>
      <p:sp>
        <p:nvSpPr>
          <p:cNvPr id="3" name="Text Box 14">
            <a:extLst>
              <a:ext uri="{FF2B5EF4-FFF2-40B4-BE49-F238E27FC236}">
                <a16:creationId xmlns:a16="http://schemas.microsoft.com/office/drawing/2014/main" id="{3BBBDBE6-CF78-48CE-6614-2BB44DF79E28}"/>
              </a:ext>
            </a:extLst>
          </p:cNvPr>
          <p:cNvSpPr txBox="1">
            <a:spLocks noChangeArrowheads="1"/>
          </p:cNvSpPr>
          <p:nvPr/>
        </p:nvSpPr>
        <p:spPr bwMode="auto">
          <a:xfrm>
            <a:off x="25755853" y="2506889"/>
            <a:ext cx="3276348" cy="1060985"/>
          </a:xfrm>
          <a:prstGeom prst="rect">
            <a:avLst/>
          </a:prstGeom>
          <a:noFill/>
          <a:ln>
            <a:noFill/>
          </a:ln>
        </p:spPr>
        <p:txBody>
          <a:bodyPr wrap="square" tIns="90482" bIns="90482">
            <a:spAutoFit/>
          </a:bodyPr>
          <a:lstStyle>
            <a:lvl1pPr algn="r" rtl="1">
              <a:spcBef>
                <a:spcPct val="20000"/>
              </a:spcBef>
              <a:buFont typeface="Arial" panose="020B0604020202020204" pitchFamily="34" charset="0"/>
              <a:buChar char="•"/>
              <a:defRPr sz="12100">
                <a:solidFill>
                  <a:schemeClr val="tx1"/>
                </a:solidFill>
                <a:latin typeface="Calibri" panose="020F0502020204030204" pitchFamily="34" charset="0"/>
              </a:defRPr>
            </a:lvl1pPr>
            <a:lvl2pPr marL="742950" indent="-285750" algn="r" rtl="1">
              <a:spcBef>
                <a:spcPct val="20000"/>
              </a:spcBef>
              <a:buFont typeface="Arial" panose="020B0604020202020204" pitchFamily="34" charset="0"/>
              <a:buChar char="–"/>
              <a:defRPr sz="10600">
                <a:solidFill>
                  <a:schemeClr val="tx1"/>
                </a:solidFill>
                <a:latin typeface="Calibri" panose="020F0502020204030204" pitchFamily="34" charset="0"/>
              </a:defRPr>
            </a:lvl2pPr>
            <a:lvl3pPr marL="1143000" indent="-228600" algn="r" rtl="1">
              <a:spcBef>
                <a:spcPct val="20000"/>
              </a:spcBef>
              <a:buFont typeface="Arial" panose="020B0604020202020204" pitchFamily="34" charset="0"/>
              <a:buChar char="•"/>
              <a:defRPr sz="9100">
                <a:solidFill>
                  <a:schemeClr val="tx1"/>
                </a:solidFill>
                <a:latin typeface="Calibri" panose="020F0502020204030204" pitchFamily="34" charset="0"/>
              </a:defRPr>
            </a:lvl3pPr>
            <a:lvl4pPr marL="16002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4pPr>
            <a:lvl5pPr marL="2057400" indent="-228600" algn="r" rtl="1">
              <a:spcBef>
                <a:spcPct val="20000"/>
              </a:spcBef>
              <a:buFont typeface="Arial" panose="020B0604020202020204" pitchFamily="34" charset="0"/>
              <a:buChar char="»"/>
              <a:defRPr sz="7500">
                <a:solidFill>
                  <a:schemeClr val="tx1"/>
                </a:solidFill>
                <a:latin typeface="Calibri" panose="020F050202020403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7500">
                <a:solidFill>
                  <a:schemeClr val="tx1"/>
                </a:solidFill>
                <a:latin typeface="Calibri" panose="020F0502020204030204" pitchFamily="34" charset="0"/>
              </a:defRPr>
            </a:lvl9pPr>
          </a:lstStyle>
          <a:p>
            <a:pPr algn="l" rtl="0" eaLnBrk="1" hangingPunct="1">
              <a:spcBef>
                <a:spcPct val="50000"/>
              </a:spcBef>
              <a:buNone/>
              <a:defRPr/>
            </a:pPr>
            <a:r>
              <a:rPr lang="en-CA" altLang="he-IL" sz="5707" dirty="0">
                <a:latin typeface="+mn-lt"/>
              </a:rPr>
              <a:t>26-1-R-26</a:t>
            </a:r>
          </a:p>
        </p:txBody>
      </p:sp>
      <p:sp>
        <p:nvSpPr>
          <p:cNvPr id="6" name="TextBox 5">
            <a:extLst>
              <a:ext uri="{FF2B5EF4-FFF2-40B4-BE49-F238E27FC236}">
                <a16:creationId xmlns:a16="http://schemas.microsoft.com/office/drawing/2014/main" id="{8F38FAAB-387A-3298-D990-630D09AAD702}"/>
              </a:ext>
            </a:extLst>
          </p:cNvPr>
          <p:cNvSpPr txBox="1">
            <a:spLocks noChangeArrowheads="1"/>
          </p:cNvSpPr>
          <p:nvPr/>
        </p:nvSpPr>
        <p:spPr bwMode="auto">
          <a:xfrm rot="10800000" flipV="1">
            <a:off x="11371714" y="11489263"/>
            <a:ext cx="9909590" cy="458267"/>
          </a:xfrm>
          <a:prstGeom prst="rect">
            <a:avLst/>
          </a:prstGeom>
          <a:noFill/>
          <a:ln>
            <a:noFill/>
          </a:ln>
        </p:spPr>
        <p:txBody>
          <a:bodyPr>
            <a:spAutoFit/>
          </a:bodyPr>
          <a:lstStyle/>
          <a:p>
            <a:pPr algn="ctr">
              <a:defRPr/>
            </a:pPr>
            <a:r>
              <a:rPr lang="en-US" altLang="he-IL" sz="2378" b="1" dirty="0">
                <a:latin typeface="+mj-lt"/>
              </a:rPr>
              <a:t>Figure 2: </a:t>
            </a:r>
            <a:r>
              <a:rPr lang="en-US" altLang="he-IL" sz="2378" dirty="0">
                <a:latin typeface="+mj-lt"/>
              </a:rPr>
              <a:t>Training Datasets – Bug Bites and Cyclones</a:t>
            </a:r>
            <a:endParaRPr lang="he-IL" altLang="he-IL" sz="2378" dirty="0">
              <a:latin typeface="+mj-lt"/>
            </a:endParaRPr>
          </a:p>
        </p:txBody>
      </p:sp>
      <p:pic>
        <p:nvPicPr>
          <p:cNvPr id="33" name="Picture 32">
            <a:extLst>
              <a:ext uri="{FF2B5EF4-FFF2-40B4-BE49-F238E27FC236}">
                <a16:creationId xmlns:a16="http://schemas.microsoft.com/office/drawing/2014/main" id="{7B088B21-47E6-522D-865F-031CFB05512C}"/>
              </a:ext>
            </a:extLst>
          </p:cNvPr>
          <p:cNvPicPr>
            <a:picLocks noChangeAspect="1"/>
          </p:cNvPicPr>
          <p:nvPr/>
        </p:nvPicPr>
        <p:blipFill>
          <a:blip r:embed="rId7"/>
          <a:stretch>
            <a:fillRect/>
          </a:stretch>
        </p:blipFill>
        <p:spPr>
          <a:xfrm>
            <a:off x="12869520" y="12056892"/>
            <a:ext cx="7014084" cy="5603643"/>
          </a:xfrm>
          <a:prstGeom prst="rect">
            <a:avLst/>
          </a:prstGeom>
        </p:spPr>
      </p:pic>
      <p:pic>
        <p:nvPicPr>
          <p:cNvPr id="39" name="Picture 38">
            <a:extLst>
              <a:ext uri="{FF2B5EF4-FFF2-40B4-BE49-F238E27FC236}">
                <a16:creationId xmlns:a16="http://schemas.microsoft.com/office/drawing/2014/main" id="{E653DBD3-050C-AD3D-410C-4E3EC1A9B302}"/>
              </a:ext>
            </a:extLst>
          </p:cNvPr>
          <p:cNvPicPr>
            <a:picLocks noChangeAspect="1"/>
          </p:cNvPicPr>
          <p:nvPr/>
        </p:nvPicPr>
        <p:blipFill>
          <a:blip r:embed="rId8"/>
          <a:srcRect l="23595" r="24306" b="11146"/>
          <a:stretch>
            <a:fillRect/>
          </a:stretch>
        </p:blipFill>
        <p:spPr>
          <a:xfrm>
            <a:off x="7053127" y="20977360"/>
            <a:ext cx="7304692" cy="5247243"/>
          </a:xfrm>
          <a:prstGeom prst="rect">
            <a:avLst/>
          </a:prstGeom>
        </p:spPr>
      </p:pic>
      <p:sp>
        <p:nvSpPr>
          <p:cNvPr id="40" name="TextBox 5">
            <a:extLst>
              <a:ext uri="{FF2B5EF4-FFF2-40B4-BE49-F238E27FC236}">
                <a16:creationId xmlns:a16="http://schemas.microsoft.com/office/drawing/2014/main" id="{66123310-8D78-09F4-58CA-59FBF2A7A186}"/>
              </a:ext>
            </a:extLst>
          </p:cNvPr>
          <p:cNvSpPr txBox="1">
            <a:spLocks noChangeArrowheads="1"/>
          </p:cNvSpPr>
          <p:nvPr/>
        </p:nvSpPr>
        <p:spPr bwMode="auto">
          <a:xfrm rot="10800000" flipV="1">
            <a:off x="7158462" y="20060438"/>
            <a:ext cx="7210509" cy="824200"/>
          </a:xfrm>
          <a:prstGeom prst="rect">
            <a:avLst/>
          </a:prstGeom>
          <a:noFill/>
          <a:ln>
            <a:noFill/>
          </a:ln>
        </p:spPr>
        <p:txBody>
          <a:bodyPr wrap="square">
            <a:spAutoFit/>
          </a:bodyPr>
          <a:lstStyle/>
          <a:p>
            <a:pPr algn="ctr">
              <a:defRPr/>
            </a:pPr>
            <a:r>
              <a:rPr lang="en-US" altLang="he-IL" sz="2378" b="1" dirty="0">
                <a:latin typeface="+mj-lt"/>
              </a:rPr>
              <a:t>Figure 4: </a:t>
            </a:r>
            <a:r>
              <a:rPr lang="en-US" altLang="he-IL" sz="2378" dirty="0">
                <a:latin typeface="+mj-lt"/>
              </a:rPr>
              <a:t>Hyperparameter sweep grid - TC pre-training phase only</a:t>
            </a:r>
            <a:endParaRPr lang="he-IL" altLang="he-IL" sz="2378" dirty="0">
              <a:latin typeface="+mj-lt"/>
            </a:endParaRPr>
          </a:p>
        </p:txBody>
      </p:sp>
      <p:sp>
        <p:nvSpPr>
          <p:cNvPr id="45" name="Rectangle 44">
            <a:extLst>
              <a:ext uri="{FF2B5EF4-FFF2-40B4-BE49-F238E27FC236}">
                <a16:creationId xmlns:a16="http://schemas.microsoft.com/office/drawing/2014/main" id="{D26D37BF-7155-E57F-4D45-E825EAE6386E}"/>
              </a:ext>
            </a:extLst>
          </p:cNvPr>
          <p:cNvSpPr/>
          <p:nvPr/>
        </p:nvSpPr>
        <p:spPr>
          <a:xfrm>
            <a:off x="18364200" y="5295900"/>
            <a:ext cx="11132920" cy="5144311"/>
          </a:xfrm>
          <a:prstGeom prst="rect">
            <a:avLst/>
          </a:prstGeom>
          <a:solidFill>
            <a:schemeClr val="bg1"/>
          </a:solidFill>
          <a:ln>
            <a:solidFill>
              <a:srgbClr val="1A2D5A"/>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en-US" dirty="0"/>
          </a:p>
        </p:txBody>
      </p:sp>
      <p:pic>
        <p:nvPicPr>
          <p:cNvPr id="42" name="Picture 41">
            <a:extLst>
              <a:ext uri="{FF2B5EF4-FFF2-40B4-BE49-F238E27FC236}">
                <a16:creationId xmlns:a16="http://schemas.microsoft.com/office/drawing/2014/main" id="{E452E991-F1D8-945C-C612-8F90CE48A2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574608" y="5478128"/>
            <a:ext cx="4036884" cy="4036884"/>
          </a:xfrm>
          <a:prstGeom prst="rect">
            <a:avLst/>
          </a:prstGeom>
        </p:spPr>
      </p:pic>
      <p:pic>
        <p:nvPicPr>
          <p:cNvPr id="44" name="Picture 43">
            <a:extLst>
              <a:ext uri="{FF2B5EF4-FFF2-40B4-BE49-F238E27FC236}">
                <a16:creationId xmlns:a16="http://schemas.microsoft.com/office/drawing/2014/main" id="{3D21F645-EB44-35D2-5D50-6B60DF01427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254032" y="5478128"/>
            <a:ext cx="6066356" cy="4036884"/>
          </a:xfrm>
          <a:prstGeom prst="rect">
            <a:avLst/>
          </a:prstGeom>
        </p:spPr>
      </p:pic>
      <p:sp>
        <p:nvSpPr>
          <p:cNvPr id="47" name="TextBox 46">
            <a:extLst>
              <a:ext uri="{FF2B5EF4-FFF2-40B4-BE49-F238E27FC236}">
                <a16:creationId xmlns:a16="http://schemas.microsoft.com/office/drawing/2014/main" id="{5915854F-14BA-0435-0A67-D2F650CE8134}"/>
              </a:ext>
            </a:extLst>
          </p:cNvPr>
          <p:cNvSpPr txBox="1"/>
          <p:nvPr/>
        </p:nvSpPr>
        <p:spPr>
          <a:xfrm>
            <a:off x="18986153" y="9633882"/>
            <a:ext cx="10334235" cy="824841"/>
          </a:xfrm>
          <a:prstGeom prst="rect">
            <a:avLst/>
          </a:prstGeom>
          <a:noFill/>
        </p:spPr>
        <p:txBody>
          <a:bodyPr wrap="square" rtlCol="1">
            <a:spAutoFit/>
          </a:bodyPr>
          <a:lstStyle/>
          <a:p>
            <a:r>
              <a:rPr lang="en-US" sz="2380" b="1" dirty="0">
                <a:latin typeface="+mj-lt"/>
              </a:rPr>
              <a:t>Figure 1: </a:t>
            </a:r>
            <a:r>
              <a:rPr lang="en-US" sz="2380" dirty="0">
                <a:latin typeface="+mj-lt"/>
              </a:rPr>
              <a:t>Morphological Analogy: Tropical Cyclone (IR Satellite) vs. Tick Bite (Erythema Migrans)</a:t>
            </a:r>
          </a:p>
        </p:txBody>
      </p:sp>
    </p:spTree>
    <p:extLst>
      <p:ext uri="{BB962C8B-B14F-4D97-AF65-F5344CB8AC3E}">
        <p14:creationId xmlns:p14="http://schemas.microsoft.com/office/powerpoint/2010/main" val="1276433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מסמך" ma:contentTypeID="0x010100B35FDB4C5E71E04494F9B832E8A37DC7" ma:contentTypeVersion="8" ma:contentTypeDescription="צור מסמך חדש." ma:contentTypeScope="" ma:versionID="c1488becd6eb6a17530a0dadef69db59">
  <xsd:schema xmlns:xsd="http://www.w3.org/2001/XMLSchema" xmlns:xs="http://www.w3.org/2001/XMLSchema" xmlns:p="http://schemas.microsoft.com/office/2006/metadata/properties" xmlns:ns3="2801f6be-4354-458f-811a-2218e999c1d5" targetNamespace="http://schemas.microsoft.com/office/2006/metadata/properties" ma:root="true" ma:fieldsID="aeb8f54bd7859b6c751e095687eaacfc" ns3:_="">
    <xsd:import namespace="2801f6be-4354-458f-811a-2218e999c1d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01f6be-4354-458f-811a-2218e999c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191CFB-2E68-45A5-A5D6-AEB1A05E0EE3}">
  <ds:schemaRefs>
    <ds:schemaRef ds:uri="http://schemas.microsoft.com/sharepoint/v3/contenttype/forms"/>
  </ds:schemaRefs>
</ds:datastoreItem>
</file>

<file path=customXml/itemProps2.xml><?xml version="1.0" encoding="utf-8"?>
<ds:datastoreItem xmlns:ds="http://schemas.openxmlformats.org/officeDocument/2006/customXml" ds:itemID="{E308AE1F-5D78-479C-9CDF-3D233BB3A2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01f6be-4354-458f-811a-2218e999c1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15F8A2-A33E-4A62-8E93-CA32F9C8FFF5}">
  <ds:schemaRefs>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2801f6be-4354-458f-811a-2218e999c1d5"/>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40193</TotalTime>
  <Words>627</Words>
  <Application>Microsoft Office PowerPoint</Application>
  <PresentationFormat>Custom</PresentationFormat>
  <Paragraphs>77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Helvetica</vt:lpstr>
      <vt:lpstr>Times New Roman</vt:lpstr>
      <vt:lpstr>Office Theme</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dc:title>
  <dc:creator>Ishay Yulzary</dc:creator>
  <cp:lastModifiedBy>ישי יולזרי</cp:lastModifiedBy>
  <cp:revision>664</cp:revision>
  <cp:lastPrinted>2004-05-01T11:19:50Z</cp:lastPrinted>
  <dcterms:created xsi:type="dcterms:W3CDTF">2000-07-07T15:10:51Z</dcterms:created>
  <dcterms:modified xsi:type="dcterms:W3CDTF">2026-06-24T16:24:27Z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Colin Purrington</vt:lpwstr>
  </property>
  <property fmtid="{D5CDD505-2E9C-101B-9397-08002B2CF9AE}" pid="3" name="ContentTypeId">
    <vt:lpwstr>0x010100B35FDB4C5E71E04494F9B832E8A37DC7</vt:lpwstr>
  </property>
</Properties>
</file>